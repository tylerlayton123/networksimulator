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p:sldMasterIdLst>
    <p:sldMasterId id="2147483648" r:id="rId1"/>
  </p:sldMasterIdLst>
  <p:notesMasterIdLst>
    <p:notesMasterId r:id="rId3"/>
  </p:notesMasterIdLst>
  <p:handoutMasterIdLst>
    <p:handoutMasterId r:id="rId4"/>
  </p:handoutMasterIdLst>
  <p:sldIdLst>
    <p:sldId id="263" r:id="rId2"/>
  </p:sldIdLst>
  <p:sldSz cx="32918400" cy="21945600"/>
  <p:notesSz cx="31954788" cy="50149125"/>
  <p:embeddedFontLst>
    <p:embeddedFont>
      <p:font typeface="Libre Baskerville" panose="02000000000000000000" pitchFamily="2" charset="0"/>
      <p:regular r:id="rId5"/>
      <p:bold r:id="rId6"/>
      <p:italic r:id="rId7"/>
    </p:embeddedFont>
    <p:embeddedFont>
      <p:font typeface="Montserrat Light" panose="00000400000000000000" pitchFamily="2" charset="0"/>
      <p:regular r:id="rId8"/>
      <p:italic r:id="rId9"/>
    </p:embeddedFont>
  </p:embeddedFontLst>
  <p:custDataLst>
    <p:tags r:id="rId10"/>
  </p:custDataLst>
  <p:defaultTextStyle>
    <a:defPPr>
      <a:defRPr lang="en-US"/>
    </a:defPPr>
    <a:lvl1pPr algn="l" rtl="0" eaLnBrk="0" fontAlgn="base" hangingPunct="0">
      <a:spcBef>
        <a:spcPct val="0"/>
      </a:spcBef>
      <a:spcAft>
        <a:spcPct val="0"/>
      </a:spcAft>
      <a:defRPr sz="1714" kern="1200">
        <a:solidFill>
          <a:schemeClr val="tx1"/>
        </a:solidFill>
        <a:latin typeface="Times New Roman" pitchFamily="18" charset="0"/>
        <a:ea typeface="+mn-ea"/>
        <a:cs typeface="+mn-cs"/>
      </a:defRPr>
    </a:lvl1pPr>
    <a:lvl2pPr marL="326532" algn="l" rtl="0" eaLnBrk="0" fontAlgn="base" hangingPunct="0">
      <a:spcBef>
        <a:spcPct val="0"/>
      </a:spcBef>
      <a:spcAft>
        <a:spcPct val="0"/>
      </a:spcAft>
      <a:defRPr sz="1714" kern="1200">
        <a:solidFill>
          <a:schemeClr val="tx1"/>
        </a:solidFill>
        <a:latin typeface="Times New Roman" pitchFamily="18" charset="0"/>
        <a:ea typeface="+mn-ea"/>
        <a:cs typeface="+mn-cs"/>
      </a:defRPr>
    </a:lvl2pPr>
    <a:lvl3pPr marL="653064" algn="l" rtl="0" eaLnBrk="0" fontAlgn="base" hangingPunct="0">
      <a:spcBef>
        <a:spcPct val="0"/>
      </a:spcBef>
      <a:spcAft>
        <a:spcPct val="0"/>
      </a:spcAft>
      <a:defRPr sz="1714" kern="1200">
        <a:solidFill>
          <a:schemeClr val="tx1"/>
        </a:solidFill>
        <a:latin typeface="Times New Roman" pitchFamily="18" charset="0"/>
        <a:ea typeface="+mn-ea"/>
        <a:cs typeface="+mn-cs"/>
      </a:defRPr>
    </a:lvl3pPr>
    <a:lvl4pPr marL="979597" algn="l" rtl="0" eaLnBrk="0" fontAlgn="base" hangingPunct="0">
      <a:spcBef>
        <a:spcPct val="0"/>
      </a:spcBef>
      <a:spcAft>
        <a:spcPct val="0"/>
      </a:spcAft>
      <a:defRPr sz="1714" kern="1200">
        <a:solidFill>
          <a:schemeClr val="tx1"/>
        </a:solidFill>
        <a:latin typeface="Times New Roman" pitchFamily="18" charset="0"/>
        <a:ea typeface="+mn-ea"/>
        <a:cs typeface="+mn-cs"/>
      </a:defRPr>
    </a:lvl4pPr>
    <a:lvl5pPr marL="1306129" algn="l" rtl="0" eaLnBrk="0" fontAlgn="base" hangingPunct="0">
      <a:spcBef>
        <a:spcPct val="0"/>
      </a:spcBef>
      <a:spcAft>
        <a:spcPct val="0"/>
      </a:spcAft>
      <a:defRPr sz="1714" kern="1200">
        <a:solidFill>
          <a:schemeClr val="tx1"/>
        </a:solidFill>
        <a:latin typeface="Times New Roman" pitchFamily="18" charset="0"/>
        <a:ea typeface="+mn-ea"/>
        <a:cs typeface="+mn-cs"/>
      </a:defRPr>
    </a:lvl5pPr>
    <a:lvl6pPr marL="1632661" algn="l" defTabSz="653064" rtl="0" eaLnBrk="1" latinLnBrk="0" hangingPunct="1">
      <a:defRPr sz="1714" kern="1200">
        <a:solidFill>
          <a:schemeClr val="tx1"/>
        </a:solidFill>
        <a:latin typeface="Times New Roman" pitchFamily="18" charset="0"/>
        <a:ea typeface="+mn-ea"/>
        <a:cs typeface="+mn-cs"/>
      </a:defRPr>
    </a:lvl6pPr>
    <a:lvl7pPr marL="1959193" algn="l" defTabSz="653064" rtl="0" eaLnBrk="1" latinLnBrk="0" hangingPunct="1">
      <a:defRPr sz="1714" kern="1200">
        <a:solidFill>
          <a:schemeClr val="tx1"/>
        </a:solidFill>
        <a:latin typeface="Times New Roman" pitchFamily="18" charset="0"/>
        <a:ea typeface="+mn-ea"/>
        <a:cs typeface="+mn-cs"/>
      </a:defRPr>
    </a:lvl7pPr>
    <a:lvl8pPr marL="2285726" algn="l" defTabSz="653064" rtl="0" eaLnBrk="1" latinLnBrk="0" hangingPunct="1">
      <a:defRPr sz="1714" kern="1200">
        <a:solidFill>
          <a:schemeClr val="tx1"/>
        </a:solidFill>
        <a:latin typeface="Times New Roman" pitchFamily="18" charset="0"/>
        <a:ea typeface="+mn-ea"/>
        <a:cs typeface="+mn-cs"/>
      </a:defRPr>
    </a:lvl8pPr>
    <a:lvl9pPr marL="2612258" algn="l" defTabSz="653064" rtl="0" eaLnBrk="1" latinLnBrk="0" hangingPunct="1">
      <a:defRPr sz="1714"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13312" userDrawn="1">
          <p15:clr>
            <a:srgbClr val="A4A3A4"/>
          </p15:clr>
        </p15:guide>
        <p15:guide id="2" orient="horz" pos="3755" userDrawn="1">
          <p15:clr>
            <a:srgbClr val="A4A3A4"/>
          </p15:clr>
        </p15:guide>
        <p15:guide id="3" orient="horz" pos="2355" userDrawn="1">
          <p15:clr>
            <a:srgbClr val="A4A3A4"/>
          </p15:clr>
        </p15:guide>
        <p15:guide id="4" orient="horz" pos="4164" userDrawn="1">
          <p15:clr>
            <a:srgbClr val="A4A3A4"/>
          </p15:clr>
        </p15:guide>
        <p15:guide id="5" pos="540" userDrawn="1">
          <p15:clr>
            <a:srgbClr val="A4A3A4"/>
          </p15:clr>
        </p15:guide>
        <p15:guide id="6" pos="5184" userDrawn="1">
          <p15:clr>
            <a:srgbClr val="A4A3A4"/>
          </p15:clr>
        </p15:guide>
        <p15:guide id="7" pos="5544" userDrawn="1">
          <p15:clr>
            <a:srgbClr val="A4A3A4"/>
          </p15:clr>
        </p15:guide>
        <p15:guide id="8" pos="10188" userDrawn="1">
          <p15:clr>
            <a:srgbClr val="A4A3A4"/>
          </p15:clr>
        </p15:guide>
        <p15:guide id="9" pos="10548" userDrawn="1">
          <p15:clr>
            <a:srgbClr val="A4A3A4"/>
          </p15:clr>
        </p15:guide>
        <p15:guide id="10" pos="15192" userDrawn="1">
          <p15:clr>
            <a:srgbClr val="A4A3A4"/>
          </p15:clr>
        </p15:guide>
        <p15:guide id="11" pos="15552" userDrawn="1">
          <p15:clr>
            <a:srgbClr val="A4A3A4"/>
          </p15:clr>
        </p15:guide>
        <p15:guide id="12" pos="20196" userDrawn="1">
          <p15:clr>
            <a:srgbClr val="A4A3A4"/>
          </p15:clr>
        </p15:guide>
      </p15:sldGuideLst>
    </p:ext>
    <p:ext uri="{2D200454-40CA-4A62-9FC3-DE9A4176ACB9}">
      <p15:notesGuideLst xmlns:p15="http://schemas.microsoft.com/office/powerpoint/2012/main">
        <p15:guide id="1" orient="horz" pos="15795">
          <p15:clr>
            <a:srgbClr val="A4A3A4"/>
          </p15:clr>
        </p15:guide>
        <p15:guide id="2" pos="10065">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5620" autoAdjust="0"/>
    <p:restoredTop sz="94660" autoAdjust="0"/>
  </p:normalViewPr>
  <p:slideViewPr>
    <p:cSldViewPr>
      <p:cViewPr>
        <p:scale>
          <a:sx n="57" d="100"/>
          <a:sy n="57" d="100"/>
        </p:scale>
        <p:origin x="-1315" y="-3826"/>
      </p:cViewPr>
      <p:guideLst>
        <p:guide orient="horz" pos="13312"/>
        <p:guide orient="horz" pos="3755"/>
        <p:guide orient="horz" pos="2355"/>
        <p:guide orient="horz" pos="4164"/>
        <p:guide pos="540"/>
        <p:guide pos="5184"/>
        <p:guide pos="5544"/>
        <p:guide pos="10188"/>
        <p:guide pos="10548"/>
        <p:guide pos="15192"/>
        <p:guide pos="15552"/>
        <p:guide pos="20196"/>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33" d="100"/>
        <a:sy n="33" d="100"/>
      </p:scale>
      <p:origin x="0" y="0"/>
    </p:cViewPr>
  </p:sorterViewPr>
  <p:notesViewPr>
    <p:cSldViewPr>
      <p:cViewPr varScale="1">
        <p:scale>
          <a:sx n="17" d="100"/>
          <a:sy n="17" d="100"/>
        </p:scale>
        <p:origin x="4416" y="178"/>
      </p:cViewPr>
      <p:guideLst>
        <p:guide orient="horz" pos="15795"/>
        <p:guide pos="10065"/>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4.fntdata"/><Relationship Id="rId13" Type="http://schemas.openxmlformats.org/officeDocument/2006/relationships/theme" Target="theme/theme1.xml"/><Relationship Id="rId3" Type="http://schemas.openxmlformats.org/officeDocument/2006/relationships/notesMaster" Target="notesMasters/notesMaster1.xml"/><Relationship Id="rId7" Type="http://schemas.openxmlformats.org/officeDocument/2006/relationships/font" Target="fonts/font3.fntdata"/><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2.fntdata"/><Relationship Id="rId11" Type="http://schemas.openxmlformats.org/officeDocument/2006/relationships/presProps" Target="presProps.xml"/><Relationship Id="rId5" Type="http://schemas.openxmlformats.org/officeDocument/2006/relationships/font" Target="fonts/font1.fntdata"/><Relationship Id="rId15" Type="http://schemas.microsoft.com/office/2016/11/relationships/changesInfo" Target="changesInfos/changesInfo1.xml"/><Relationship Id="rId10" Type="http://schemas.openxmlformats.org/officeDocument/2006/relationships/tags" Target="tags/tag1.xml"/><Relationship Id="rId4" Type="http://schemas.openxmlformats.org/officeDocument/2006/relationships/handoutMaster" Target="handoutMasters/handoutMaster1.xml"/><Relationship Id="rId9" Type="http://schemas.openxmlformats.org/officeDocument/2006/relationships/font" Target="fonts/font5.fntdata"/><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yler Layton" userId="8d324023210f7188" providerId="LiveId" clId="{847CFEAB-353D-4800-9CAD-A8E0B8EF7A1E}"/>
    <pc:docChg chg="custSel modSld">
      <pc:chgData name="Tyler Layton" userId="8d324023210f7188" providerId="LiveId" clId="{847CFEAB-353D-4800-9CAD-A8E0B8EF7A1E}" dt="2026-04-18T18:48:16.471" v="218" actId="20577"/>
      <pc:docMkLst>
        <pc:docMk/>
      </pc:docMkLst>
      <pc:sldChg chg="modSp mod">
        <pc:chgData name="Tyler Layton" userId="8d324023210f7188" providerId="LiveId" clId="{847CFEAB-353D-4800-9CAD-A8E0B8EF7A1E}" dt="2026-04-18T18:48:16.471" v="218" actId="20577"/>
        <pc:sldMkLst>
          <pc:docMk/>
          <pc:sldMk cId="0" sldId="263"/>
        </pc:sldMkLst>
        <pc:spChg chg="mod">
          <ac:chgData name="Tyler Layton" userId="8d324023210f7188" providerId="LiveId" clId="{847CFEAB-353D-4800-9CAD-A8E0B8EF7A1E}" dt="2026-04-18T18:48:16.471" v="218" actId="20577"/>
          <ac:spMkLst>
            <pc:docMk/>
            <pc:sldMk cId="0" sldId="263"/>
            <ac:spMk id="41" creationId="{8785E597-B0C8-4CA8-9A56-A0F3996D088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defTabSz="4508500">
              <a:defRPr sz="6000"/>
            </a:lvl1pPr>
          </a:lstStyle>
          <a:p>
            <a:pPr>
              <a:defRPr/>
            </a:pPr>
            <a:endParaRPr lang="en-AU"/>
          </a:p>
        </p:txBody>
      </p:sp>
      <p:sp>
        <p:nvSpPr>
          <p:cNvPr id="4099" name="Rectangle 3"/>
          <p:cNvSpPr>
            <a:spLocks noGrp="1" noChangeArrowheads="1"/>
          </p:cNvSpPr>
          <p:nvPr>
            <p:ph type="dt" sz="quarter" idx="1"/>
          </p:nvPr>
        </p:nvSpPr>
        <p:spPr bwMode="auto">
          <a:xfrm>
            <a:off x="17941925" y="0"/>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algn="r" defTabSz="4508500">
              <a:defRPr sz="6000"/>
            </a:lvl1pPr>
          </a:lstStyle>
          <a:p>
            <a:pPr>
              <a:defRPr/>
            </a:pPr>
            <a:endParaRPr lang="en-AU"/>
          </a:p>
        </p:txBody>
      </p:sp>
      <p:sp>
        <p:nvSpPr>
          <p:cNvPr id="4100" name="Rectangle 4"/>
          <p:cNvSpPr>
            <a:spLocks noGrp="1" noChangeArrowheads="1"/>
          </p:cNvSpPr>
          <p:nvPr>
            <p:ph type="ftr" sz="quarter" idx="2"/>
          </p:nvPr>
        </p:nvSpPr>
        <p:spPr bwMode="auto">
          <a:xfrm>
            <a:off x="0" y="47639288"/>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defTabSz="4508500">
              <a:defRPr sz="6000"/>
            </a:lvl1pPr>
          </a:lstStyle>
          <a:p>
            <a:pPr>
              <a:defRPr/>
            </a:pPr>
            <a:endParaRPr lang="en-AU"/>
          </a:p>
        </p:txBody>
      </p:sp>
      <p:sp>
        <p:nvSpPr>
          <p:cNvPr id="4101" name="Rectangle 5"/>
          <p:cNvSpPr>
            <a:spLocks noGrp="1" noChangeArrowheads="1"/>
          </p:cNvSpPr>
          <p:nvPr>
            <p:ph type="sldNum" sz="quarter" idx="3"/>
          </p:nvPr>
        </p:nvSpPr>
        <p:spPr bwMode="auto">
          <a:xfrm>
            <a:off x="17941925" y="47639288"/>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algn="r" defTabSz="4508500">
              <a:defRPr sz="6000"/>
            </a:lvl1pPr>
          </a:lstStyle>
          <a:p>
            <a:pPr>
              <a:defRPr/>
            </a:pPr>
            <a:fld id="{440C443C-8022-4F5D-8F2E-5133654FC91D}" type="slidenum">
              <a:rPr lang="en-AU"/>
              <a:pPr>
                <a:defRPr/>
              </a:pPr>
              <a:t>‹#›</a:t>
            </a:fld>
            <a:endParaRPr lang="en-AU"/>
          </a:p>
        </p:txBody>
      </p:sp>
    </p:spTree>
    <p:extLst>
      <p:ext uri="{BB962C8B-B14F-4D97-AF65-F5344CB8AC3E}">
        <p14:creationId xmlns:p14="http://schemas.microsoft.com/office/powerpoint/2010/main" val="3997928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defTabSz="4508500">
              <a:defRPr sz="6000"/>
            </a:lvl1pPr>
          </a:lstStyle>
          <a:p>
            <a:pPr>
              <a:defRPr/>
            </a:pPr>
            <a:endParaRPr lang="en-AU"/>
          </a:p>
        </p:txBody>
      </p:sp>
      <p:sp>
        <p:nvSpPr>
          <p:cNvPr id="3075" name="Rectangle 3"/>
          <p:cNvSpPr>
            <a:spLocks noGrp="1" noChangeArrowheads="1"/>
          </p:cNvSpPr>
          <p:nvPr>
            <p:ph type="dt" idx="1"/>
          </p:nvPr>
        </p:nvSpPr>
        <p:spPr bwMode="auto">
          <a:xfrm>
            <a:off x="17941925" y="0"/>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algn="r" defTabSz="4508500">
              <a:defRPr sz="6000"/>
            </a:lvl1pPr>
          </a:lstStyle>
          <a:p>
            <a:pPr>
              <a:defRPr/>
            </a:pPr>
            <a:endParaRPr lang="en-AU"/>
          </a:p>
        </p:txBody>
      </p:sp>
      <p:sp>
        <p:nvSpPr>
          <p:cNvPr id="3076" name="Rectangle 4"/>
          <p:cNvSpPr>
            <a:spLocks noGrp="1" noRot="1" noChangeAspect="1" noChangeArrowheads="1" noTextEdit="1"/>
          </p:cNvSpPr>
          <p:nvPr>
            <p:ph type="sldImg" idx="2"/>
          </p:nvPr>
        </p:nvSpPr>
        <p:spPr bwMode="auto">
          <a:xfrm>
            <a:off x="1816100" y="3757613"/>
            <a:ext cx="28120975" cy="18748375"/>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4137025" y="24004588"/>
            <a:ext cx="23456900" cy="225123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stStyle>
          <a:p>
            <a:pPr lvl="0"/>
            <a:r>
              <a:rPr lang="en-AU" noProof="0"/>
              <a:t>Click to edit Master text styles</a:t>
            </a:r>
          </a:p>
          <a:p>
            <a:pPr lvl="1"/>
            <a:r>
              <a:rPr lang="en-AU" noProof="0"/>
              <a:t>Second level</a:t>
            </a:r>
          </a:p>
          <a:p>
            <a:pPr lvl="2"/>
            <a:r>
              <a:rPr lang="en-AU" noProof="0"/>
              <a:t>Third level</a:t>
            </a:r>
          </a:p>
          <a:p>
            <a:pPr lvl="3"/>
            <a:r>
              <a:rPr lang="en-AU" noProof="0"/>
              <a:t>Fourth level</a:t>
            </a:r>
          </a:p>
          <a:p>
            <a:pPr lvl="4"/>
            <a:r>
              <a:rPr lang="en-AU" noProof="0"/>
              <a:t>Fifth level</a:t>
            </a:r>
          </a:p>
        </p:txBody>
      </p:sp>
      <p:sp>
        <p:nvSpPr>
          <p:cNvPr id="3078" name="Rectangle 6"/>
          <p:cNvSpPr>
            <a:spLocks noGrp="1" noChangeArrowheads="1"/>
          </p:cNvSpPr>
          <p:nvPr>
            <p:ph type="ftr" sz="quarter" idx="4"/>
          </p:nvPr>
        </p:nvSpPr>
        <p:spPr bwMode="auto">
          <a:xfrm>
            <a:off x="0" y="47639288"/>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defTabSz="4508500">
              <a:defRPr sz="6000"/>
            </a:lvl1pPr>
          </a:lstStyle>
          <a:p>
            <a:pPr>
              <a:defRPr/>
            </a:pPr>
            <a:endParaRPr lang="en-AU"/>
          </a:p>
        </p:txBody>
      </p:sp>
      <p:sp>
        <p:nvSpPr>
          <p:cNvPr id="3079" name="Rectangle 7"/>
          <p:cNvSpPr>
            <a:spLocks noGrp="1" noChangeArrowheads="1"/>
          </p:cNvSpPr>
          <p:nvPr>
            <p:ph type="sldNum" sz="quarter" idx="5"/>
          </p:nvPr>
        </p:nvSpPr>
        <p:spPr bwMode="auto">
          <a:xfrm>
            <a:off x="17941925" y="47639288"/>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algn="r" defTabSz="4508500">
              <a:defRPr sz="6000"/>
            </a:lvl1pPr>
          </a:lstStyle>
          <a:p>
            <a:pPr>
              <a:defRPr/>
            </a:pPr>
            <a:fld id="{42207482-9F38-4AF6-9B91-768DCEDA59AC}" type="slidenum">
              <a:rPr lang="en-AU"/>
              <a:pPr>
                <a:defRPr/>
              </a:pPr>
              <a:t>‹#›</a:t>
            </a:fld>
            <a:endParaRPr lang="en-AU"/>
          </a:p>
        </p:txBody>
      </p:sp>
    </p:spTree>
    <p:extLst>
      <p:ext uri="{BB962C8B-B14F-4D97-AF65-F5344CB8AC3E}">
        <p14:creationId xmlns:p14="http://schemas.microsoft.com/office/powerpoint/2010/main" val="409079937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857" kern="1200">
        <a:solidFill>
          <a:schemeClr val="tx1"/>
        </a:solidFill>
        <a:latin typeface="Times New Roman" pitchFamily="18" charset="0"/>
        <a:ea typeface="+mn-ea"/>
        <a:cs typeface="+mn-cs"/>
      </a:defRPr>
    </a:lvl1pPr>
    <a:lvl2pPr marL="326532" algn="l" rtl="0" eaLnBrk="0" fontAlgn="base" hangingPunct="0">
      <a:spcBef>
        <a:spcPct val="30000"/>
      </a:spcBef>
      <a:spcAft>
        <a:spcPct val="0"/>
      </a:spcAft>
      <a:defRPr sz="857" kern="1200">
        <a:solidFill>
          <a:schemeClr val="tx1"/>
        </a:solidFill>
        <a:latin typeface="Times New Roman" pitchFamily="18" charset="0"/>
        <a:ea typeface="+mn-ea"/>
        <a:cs typeface="+mn-cs"/>
      </a:defRPr>
    </a:lvl2pPr>
    <a:lvl3pPr marL="653064" algn="l" rtl="0" eaLnBrk="0" fontAlgn="base" hangingPunct="0">
      <a:spcBef>
        <a:spcPct val="30000"/>
      </a:spcBef>
      <a:spcAft>
        <a:spcPct val="0"/>
      </a:spcAft>
      <a:defRPr sz="857" kern="1200">
        <a:solidFill>
          <a:schemeClr val="tx1"/>
        </a:solidFill>
        <a:latin typeface="Times New Roman" pitchFamily="18" charset="0"/>
        <a:ea typeface="+mn-ea"/>
        <a:cs typeface="+mn-cs"/>
      </a:defRPr>
    </a:lvl3pPr>
    <a:lvl4pPr marL="979597" algn="l" rtl="0" eaLnBrk="0" fontAlgn="base" hangingPunct="0">
      <a:spcBef>
        <a:spcPct val="30000"/>
      </a:spcBef>
      <a:spcAft>
        <a:spcPct val="0"/>
      </a:spcAft>
      <a:defRPr sz="857" kern="1200">
        <a:solidFill>
          <a:schemeClr val="tx1"/>
        </a:solidFill>
        <a:latin typeface="Times New Roman" pitchFamily="18" charset="0"/>
        <a:ea typeface="+mn-ea"/>
        <a:cs typeface="+mn-cs"/>
      </a:defRPr>
    </a:lvl4pPr>
    <a:lvl5pPr marL="1306129" algn="l" rtl="0" eaLnBrk="0" fontAlgn="base" hangingPunct="0">
      <a:spcBef>
        <a:spcPct val="30000"/>
      </a:spcBef>
      <a:spcAft>
        <a:spcPct val="0"/>
      </a:spcAft>
      <a:defRPr sz="857" kern="1200">
        <a:solidFill>
          <a:schemeClr val="tx1"/>
        </a:solidFill>
        <a:latin typeface="Times New Roman" pitchFamily="18" charset="0"/>
        <a:ea typeface="+mn-ea"/>
        <a:cs typeface="+mn-cs"/>
      </a:defRPr>
    </a:lvl5pPr>
    <a:lvl6pPr marL="1632661" algn="l" defTabSz="653064" rtl="0" eaLnBrk="1" latinLnBrk="0" hangingPunct="1">
      <a:defRPr sz="857" kern="1200">
        <a:solidFill>
          <a:schemeClr val="tx1"/>
        </a:solidFill>
        <a:latin typeface="+mn-lt"/>
        <a:ea typeface="+mn-ea"/>
        <a:cs typeface="+mn-cs"/>
      </a:defRPr>
    </a:lvl6pPr>
    <a:lvl7pPr marL="1959193" algn="l" defTabSz="653064" rtl="0" eaLnBrk="1" latinLnBrk="0" hangingPunct="1">
      <a:defRPr sz="857" kern="1200">
        <a:solidFill>
          <a:schemeClr val="tx1"/>
        </a:solidFill>
        <a:latin typeface="+mn-lt"/>
        <a:ea typeface="+mn-ea"/>
        <a:cs typeface="+mn-cs"/>
      </a:defRPr>
    </a:lvl7pPr>
    <a:lvl8pPr marL="2285726" algn="l" defTabSz="653064" rtl="0" eaLnBrk="1" latinLnBrk="0" hangingPunct="1">
      <a:defRPr sz="857" kern="1200">
        <a:solidFill>
          <a:schemeClr val="tx1"/>
        </a:solidFill>
        <a:latin typeface="+mn-lt"/>
        <a:ea typeface="+mn-ea"/>
        <a:cs typeface="+mn-cs"/>
      </a:defRPr>
    </a:lvl8pPr>
    <a:lvl9pPr marL="2612258" algn="l" defTabSz="653064" rtl="0" eaLnBrk="1" latinLnBrk="0" hangingPunct="1">
      <a:defRPr sz="857"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7"/>
          <p:cNvSpPr>
            <a:spLocks noGrp="1" noChangeArrowheads="1"/>
          </p:cNvSpPr>
          <p:nvPr>
            <p:ph type="sldNum" sz="quarter" idx="5"/>
          </p:nvPr>
        </p:nvSpPr>
        <p:spPr>
          <a:noFill/>
        </p:spPr>
        <p:txBody>
          <a:bodyPr/>
          <a:lstStyle>
            <a:defPPr>
              <a:defRPr kern="1200"/>
            </a:defPPr>
            <a:lvl1pPr defTabSz="4508500">
              <a:defRPr sz="2400">
                <a:solidFill>
                  <a:schemeClr val="tx1"/>
                </a:solidFill>
                <a:latin typeface="Times New Roman" pitchFamily="18" charset="0"/>
              </a:defRPr>
            </a:lvl1pPr>
            <a:lvl2pPr marL="742950" indent="-285750" defTabSz="4508500">
              <a:defRPr sz="2400">
                <a:solidFill>
                  <a:schemeClr val="tx1"/>
                </a:solidFill>
                <a:latin typeface="Times New Roman" pitchFamily="18" charset="0"/>
              </a:defRPr>
            </a:lvl2pPr>
            <a:lvl3pPr marL="1143000" indent="-228600" defTabSz="4508500">
              <a:defRPr sz="2400">
                <a:solidFill>
                  <a:schemeClr val="tx1"/>
                </a:solidFill>
                <a:latin typeface="Times New Roman" pitchFamily="18" charset="0"/>
              </a:defRPr>
            </a:lvl3pPr>
            <a:lvl4pPr marL="1600200" indent="-228600" defTabSz="4508500">
              <a:defRPr sz="2400">
                <a:solidFill>
                  <a:schemeClr val="tx1"/>
                </a:solidFill>
                <a:latin typeface="Times New Roman" pitchFamily="18" charset="0"/>
              </a:defRPr>
            </a:lvl4pPr>
            <a:lvl5pPr marL="2057400" indent="-228600" defTabSz="4508500">
              <a:defRPr sz="2400">
                <a:solidFill>
                  <a:schemeClr val="tx1"/>
                </a:solidFill>
                <a:latin typeface="Times New Roman" pitchFamily="18" charset="0"/>
              </a:defRPr>
            </a:lvl5pPr>
            <a:lvl6pPr marL="2514600" indent="-228600" defTabSz="4508500" eaLnBrk="0" fontAlgn="base" hangingPunct="0">
              <a:spcBef>
                <a:spcPct val="0"/>
              </a:spcBef>
              <a:spcAft>
                <a:spcPct val="0"/>
              </a:spcAft>
              <a:defRPr sz="2400">
                <a:solidFill>
                  <a:schemeClr val="tx1"/>
                </a:solidFill>
                <a:latin typeface="Times New Roman" pitchFamily="18" charset="0"/>
              </a:defRPr>
            </a:lvl6pPr>
            <a:lvl7pPr marL="2971800" indent="-228600" defTabSz="4508500" eaLnBrk="0" fontAlgn="base" hangingPunct="0">
              <a:spcBef>
                <a:spcPct val="0"/>
              </a:spcBef>
              <a:spcAft>
                <a:spcPct val="0"/>
              </a:spcAft>
              <a:defRPr sz="2400">
                <a:solidFill>
                  <a:schemeClr val="tx1"/>
                </a:solidFill>
                <a:latin typeface="Times New Roman" pitchFamily="18" charset="0"/>
              </a:defRPr>
            </a:lvl7pPr>
            <a:lvl8pPr marL="3429000" indent="-228600" defTabSz="4508500" eaLnBrk="0" fontAlgn="base" hangingPunct="0">
              <a:spcBef>
                <a:spcPct val="0"/>
              </a:spcBef>
              <a:spcAft>
                <a:spcPct val="0"/>
              </a:spcAft>
              <a:defRPr sz="2400">
                <a:solidFill>
                  <a:schemeClr val="tx1"/>
                </a:solidFill>
                <a:latin typeface="Times New Roman" pitchFamily="18" charset="0"/>
              </a:defRPr>
            </a:lvl8pPr>
            <a:lvl9pPr marL="3886200" indent="-228600" defTabSz="4508500" eaLnBrk="0" fontAlgn="base" hangingPunct="0">
              <a:spcBef>
                <a:spcPct val="0"/>
              </a:spcBef>
              <a:spcAft>
                <a:spcPct val="0"/>
              </a:spcAft>
              <a:defRPr sz="2400">
                <a:solidFill>
                  <a:schemeClr val="tx1"/>
                </a:solidFill>
                <a:latin typeface="Times New Roman" pitchFamily="18" charset="0"/>
              </a:defRPr>
            </a:lvl9pPr>
          </a:lstStyle>
          <a:p>
            <a:fld id="{842B0325-ACC9-488E-8876-C4E9E3B68AD8}" type="slidenum">
              <a:rPr lang="en-AU" sz="6000" smtClean="0"/>
              <a:t>1</a:t>
            </a:fld>
            <a:endParaRPr lang="en-AU" sz="6000"/>
          </a:p>
        </p:txBody>
      </p:sp>
      <p:sp>
        <p:nvSpPr>
          <p:cNvPr id="4099" name="Rectangle 2"/>
          <p:cNvSpPr>
            <a:spLocks noGrp="1" noRot="1" noChangeAspect="1" noChangeArrowheads="1" noTextEdit="1"/>
          </p:cNvSpPr>
          <p:nvPr>
            <p:ph type="sldImg"/>
          </p:nvPr>
        </p:nvSpPr>
        <p:spPr>
          <a:xfrm>
            <a:off x="1816100" y="3757613"/>
            <a:ext cx="28120975" cy="18748375"/>
          </a:xfrm>
        </p:spPr>
      </p:sp>
      <p:sp>
        <p:nvSpPr>
          <p:cNvPr id="4100" name="Rectangle 3"/>
          <p:cNvSpPr>
            <a:spLocks noGrp="1" noChangeArrowheads="1"/>
          </p:cNvSpPr>
          <p:nvPr>
            <p:ph type="body" idx="1"/>
          </p:nvPr>
        </p:nvSpPr>
        <p:spPr>
          <a:noFill/>
        </p:spPr>
        <p:txBody>
          <a:bodyPr/>
          <a:lstStyle>
            <a:defPPr>
              <a:defRPr kern="1200"/>
            </a:defP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9093" y="6817784"/>
            <a:ext cx="27980218" cy="4703233"/>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4938184" y="12435417"/>
            <a:ext cx="23042032" cy="5609167"/>
          </a:xfrm>
        </p:spPr>
        <p:txBody>
          <a:bodyPr/>
          <a:lstStyle>
            <a:defPPr>
              <a:defRPr kern="1200"/>
            </a:defPPr>
            <a:lvl1pPr marL="0" indent="0" algn="ctr">
              <a:buNone/>
              <a:defRPr/>
            </a:lvl1pPr>
            <a:lvl2pPr marL="304815" indent="0" algn="ctr">
              <a:buNone/>
              <a:defRPr/>
            </a:lvl2pPr>
            <a:lvl3pPr marL="609630" indent="0" algn="ctr">
              <a:buNone/>
              <a:defRPr/>
            </a:lvl3pPr>
            <a:lvl4pPr marL="914446" indent="0" algn="ctr">
              <a:buNone/>
              <a:defRPr/>
            </a:lvl4pPr>
            <a:lvl5pPr marL="1219261" indent="0" algn="ctr">
              <a:buNone/>
              <a:defRPr/>
            </a:lvl5pPr>
            <a:lvl6pPr marL="1524076" indent="0" algn="ctr">
              <a:buNone/>
              <a:defRPr/>
            </a:lvl6pPr>
            <a:lvl7pPr marL="1828891" indent="0" algn="ctr">
              <a:buNone/>
              <a:defRPr/>
            </a:lvl7pPr>
            <a:lvl8pPr marL="2133707" indent="0" algn="ctr">
              <a:buNone/>
              <a:defRPr/>
            </a:lvl8pPr>
            <a:lvl9pPr marL="2438522"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0DA66E67-F948-4693-96A5-27BC239C04A3}" type="slidenum">
              <a:rPr lang="en-US"/>
              <a:pPr>
                <a:defRPr/>
              </a:pPr>
              <a:t>‹#›</a:t>
            </a:fld>
            <a:endParaRPr lang="en-US"/>
          </a:p>
        </p:txBody>
      </p:sp>
    </p:spTree>
    <p:extLst>
      <p:ext uri="{BB962C8B-B14F-4D97-AF65-F5344CB8AC3E}">
        <p14:creationId xmlns:p14="http://schemas.microsoft.com/office/powerpoint/2010/main" val="364892258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0EC1B4D6-BEE2-4AF6-A92E-38CD68913D5A}" type="slidenum">
              <a:rPr lang="en-US"/>
              <a:pPr>
                <a:defRPr/>
              </a:pPr>
              <a:t>‹#›</a:t>
            </a:fld>
            <a:endParaRPr lang="en-US"/>
          </a:p>
        </p:txBody>
      </p:sp>
    </p:spTree>
    <p:extLst>
      <p:ext uri="{BB962C8B-B14F-4D97-AF65-F5344CB8AC3E}">
        <p14:creationId xmlns:p14="http://schemas.microsoft.com/office/powerpoint/2010/main" val="3177762665"/>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6" y="14102293"/>
            <a:ext cx="27980218" cy="4358217"/>
          </a:xfrm>
        </p:spPr>
        <p:txBody>
          <a:bodyPr anchor="t"/>
          <a:lstStyle>
            <a:defPPr>
              <a:defRPr kern="1200"/>
            </a:defPPr>
            <a:lvl1pPr algn="l">
              <a:defRPr sz="2667" b="1" cap="all"/>
            </a:lvl1pPr>
          </a:lstStyle>
          <a:p>
            <a:r>
              <a:rPr lang="en-US"/>
              <a:t>Click to edit Master title style</a:t>
            </a:r>
          </a:p>
        </p:txBody>
      </p:sp>
      <p:sp>
        <p:nvSpPr>
          <p:cNvPr id="3" name="Text Placeholder 2"/>
          <p:cNvSpPr>
            <a:spLocks noGrp="1"/>
          </p:cNvSpPr>
          <p:nvPr>
            <p:ph type="body" idx="1"/>
          </p:nvPr>
        </p:nvSpPr>
        <p:spPr>
          <a:xfrm>
            <a:off x="2600326" y="9301692"/>
            <a:ext cx="27980218" cy="4800600"/>
          </a:xfrm>
        </p:spPr>
        <p:txBody>
          <a:bodyPr anchor="b"/>
          <a:lstStyle>
            <a:defPPr>
              <a:defRPr kern="1200"/>
            </a:defPPr>
            <a:lvl1pPr marL="0" indent="0">
              <a:buNone/>
              <a:defRPr sz="1333"/>
            </a:lvl1pPr>
            <a:lvl2pPr marL="304815" indent="0">
              <a:buNone/>
              <a:defRPr sz="1200"/>
            </a:lvl2pPr>
            <a:lvl3pPr marL="609630" indent="0">
              <a:buNone/>
              <a:defRPr sz="1067"/>
            </a:lvl3pPr>
            <a:lvl4pPr marL="914446" indent="0">
              <a:buNone/>
              <a:defRPr sz="933"/>
            </a:lvl4pPr>
            <a:lvl5pPr marL="1219261" indent="0">
              <a:buNone/>
              <a:defRPr sz="933"/>
            </a:lvl5pPr>
            <a:lvl6pPr marL="1524076" indent="0">
              <a:buNone/>
              <a:defRPr sz="933"/>
            </a:lvl6pPr>
            <a:lvl7pPr marL="1828891" indent="0">
              <a:buNone/>
              <a:defRPr sz="933"/>
            </a:lvl7pPr>
            <a:lvl8pPr marL="2133707" indent="0">
              <a:buNone/>
              <a:defRPr sz="933"/>
            </a:lvl8pPr>
            <a:lvl9pPr marL="2438522" indent="0">
              <a:buNone/>
              <a:defRPr sz="933"/>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D8650354-6837-43DB-843B-C6021BD2EF37}" type="slidenum">
              <a:rPr lang="en-US"/>
              <a:pPr>
                <a:defRPr/>
              </a:pPr>
              <a:t>‹#›</a:t>
            </a:fld>
            <a:endParaRPr lang="en-US"/>
          </a:p>
        </p:txBody>
      </p:sp>
    </p:spTree>
    <p:extLst>
      <p:ext uri="{BB962C8B-B14F-4D97-AF65-F5344CB8AC3E}">
        <p14:creationId xmlns:p14="http://schemas.microsoft.com/office/powerpoint/2010/main" val="256863821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2470151" y="6339418"/>
            <a:ext cx="13938248" cy="13167782"/>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6510002" y="6339418"/>
            <a:ext cx="13938248" cy="13167782"/>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4296FF25-ADB1-4315-9622-9852994CD1E5}" type="slidenum">
              <a:rPr lang="en-US"/>
              <a:pPr>
                <a:defRPr/>
              </a:pPr>
              <a:t>‹#›</a:t>
            </a:fld>
            <a:endParaRPr lang="en-US"/>
          </a:p>
        </p:txBody>
      </p:sp>
    </p:spTree>
    <p:extLst>
      <p:ext uri="{BB962C8B-B14F-4D97-AF65-F5344CB8AC3E}">
        <p14:creationId xmlns:p14="http://schemas.microsoft.com/office/powerpoint/2010/main" val="2618309162"/>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45710" y="878417"/>
            <a:ext cx="29626982" cy="3657600"/>
          </a:xfrm>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1645709" y="4912784"/>
            <a:ext cx="14544675"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1645709" y="6959600"/>
            <a:ext cx="14544675"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721666" y="4912784"/>
            <a:ext cx="14551027"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16721666" y="6959600"/>
            <a:ext cx="14551027"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72EF82B1-171C-4CAC-B9C4-22062286C8C4}" type="slidenum">
              <a:rPr lang="en-US"/>
              <a:pPr>
                <a:defRPr/>
              </a:pPr>
              <a:t>‹#›</a:t>
            </a:fld>
            <a:endParaRPr lang="en-US"/>
          </a:p>
        </p:txBody>
      </p:sp>
    </p:spTree>
    <p:extLst>
      <p:ext uri="{BB962C8B-B14F-4D97-AF65-F5344CB8AC3E}">
        <p14:creationId xmlns:p14="http://schemas.microsoft.com/office/powerpoint/2010/main" val="3601223922"/>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678F620B-8934-45A0-BE2C-EF6C76032C45}" type="slidenum">
              <a:rPr lang="en-US"/>
              <a:pPr>
                <a:defRPr/>
              </a:pPr>
              <a:t>‹#›</a:t>
            </a:fld>
            <a:endParaRPr lang="en-US"/>
          </a:p>
        </p:txBody>
      </p:sp>
    </p:spTree>
    <p:extLst>
      <p:ext uri="{BB962C8B-B14F-4D97-AF65-F5344CB8AC3E}">
        <p14:creationId xmlns:p14="http://schemas.microsoft.com/office/powerpoint/2010/main" val="3529386339"/>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A3ECE3F5-A3DD-46D3-8112-19EE7FD1DDFA}" type="slidenum">
              <a:rPr lang="en-US"/>
              <a:pPr>
                <a:defRPr/>
              </a:pPr>
              <a:t>‹#›</a:t>
            </a:fld>
            <a:endParaRPr lang="en-US"/>
          </a:p>
        </p:txBody>
      </p:sp>
    </p:spTree>
    <p:extLst>
      <p:ext uri="{BB962C8B-B14F-4D97-AF65-F5344CB8AC3E}">
        <p14:creationId xmlns:p14="http://schemas.microsoft.com/office/powerpoint/2010/main" val="23374252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5709" y="874184"/>
            <a:ext cx="10829925" cy="3717925"/>
          </a:xfrm>
        </p:spPr>
        <p:txBody>
          <a:bodyPr anchor="b"/>
          <a:lstStyle>
            <a:defPPr>
              <a:defRPr kern="1200"/>
            </a:defPPr>
            <a:lvl1pPr algn="l">
              <a:defRPr sz="1333" b="1"/>
            </a:lvl1pPr>
          </a:lstStyle>
          <a:p>
            <a:r>
              <a:rPr lang="en-US"/>
              <a:t>Click to edit Master title style</a:t>
            </a:r>
          </a:p>
        </p:txBody>
      </p:sp>
      <p:sp>
        <p:nvSpPr>
          <p:cNvPr id="3" name="Content Placeholder 2"/>
          <p:cNvSpPr>
            <a:spLocks noGrp="1"/>
          </p:cNvSpPr>
          <p:nvPr>
            <p:ph idx="1"/>
          </p:nvPr>
        </p:nvSpPr>
        <p:spPr>
          <a:xfrm>
            <a:off x="12870392" y="874184"/>
            <a:ext cx="18402300" cy="18729325"/>
          </a:xfrm>
        </p:spPr>
        <p:txBody>
          <a:bodyPr/>
          <a:lstStyle>
            <a:defPPr>
              <a:defRPr kern="1200"/>
            </a:defPPr>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45709" y="4592109"/>
            <a:ext cx="10829925" cy="15011400"/>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96691E56-DA67-4BF5-BA67-706F30B37046}" type="slidenum">
              <a:rPr lang="en-US"/>
              <a:pPr>
                <a:defRPr/>
              </a:pPr>
              <a:t>‹#›</a:t>
            </a:fld>
            <a:endParaRPr lang="en-US"/>
          </a:p>
        </p:txBody>
      </p:sp>
    </p:spTree>
    <p:extLst>
      <p:ext uri="{BB962C8B-B14F-4D97-AF65-F5344CB8AC3E}">
        <p14:creationId xmlns:p14="http://schemas.microsoft.com/office/powerpoint/2010/main" val="3982895616"/>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2659" y="15361710"/>
            <a:ext cx="19750618" cy="1813983"/>
          </a:xfrm>
        </p:spPr>
        <p:txBody>
          <a:bodyPr anchor="b"/>
          <a:lstStyle>
            <a:defPPr>
              <a:defRPr kern="1200"/>
            </a:defPPr>
            <a:lvl1pPr algn="l">
              <a:defRPr sz="1333" b="1"/>
            </a:lvl1pPr>
          </a:lstStyle>
          <a:p>
            <a:r>
              <a:rPr lang="en-US"/>
              <a:t>Click to edit Master title style</a:t>
            </a:r>
          </a:p>
        </p:txBody>
      </p:sp>
      <p:sp>
        <p:nvSpPr>
          <p:cNvPr id="3" name="Picture Placeholder 2"/>
          <p:cNvSpPr>
            <a:spLocks noGrp="1"/>
          </p:cNvSpPr>
          <p:nvPr>
            <p:ph type="pic" idx="1"/>
          </p:nvPr>
        </p:nvSpPr>
        <p:spPr>
          <a:xfrm>
            <a:off x="6452659" y="1961092"/>
            <a:ext cx="19750618" cy="13166725"/>
          </a:xfrm>
        </p:spPr>
        <p:txBody>
          <a:bodyPr/>
          <a:lstStyle>
            <a:defPPr>
              <a:defRPr kern="1200"/>
            </a:defPPr>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pPr lvl="0"/>
            <a:endParaRPr lang="en-US" noProof="0"/>
          </a:p>
        </p:txBody>
      </p:sp>
      <p:sp>
        <p:nvSpPr>
          <p:cNvPr id="4" name="Text Placeholder 3"/>
          <p:cNvSpPr>
            <a:spLocks noGrp="1"/>
          </p:cNvSpPr>
          <p:nvPr>
            <p:ph type="body" sz="half" idx="2"/>
          </p:nvPr>
        </p:nvSpPr>
        <p:spPr>
          <a:xfrm>
            <a:off x="6452659" y="17175693"/>
            <a:ext cx="19750618" cy="2574925"/>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87F51DAE-E528-43E1-8BE0-91521416EFB0}" type="slidenum">
              <a:rPr lang="en-US"/>
              <a:pPr>
                <a:defRPr/>
              </a:pPr>
              <a:t>‹#›</a:t>
            </a:fld>
            <a:endParaRPr lang="en-US"/>
          </a:p>
        </p:txBody>
      </p:sp>
    </p:spTree>
    <p:extLst>
      <p:ext uri="{BB962C8B-B14F-4D97-AF65-F5344CB8AC3E}">
        <p14:creationId xmlns:p14="http://schemas.microsoft.com/office/powerpoint/2010/main" val="215429485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2DA27A25-0059-41B6-A6E5-54D93C10805F}" type="slidenum">
              <a:rPr lang="en-US"/>
              <a:pPr>
                <a:defRPr/>
              </a:pPr>
              <a:t>‹#›</a:t>
            </a:fld>
            <a:endParaRPr lang="en-US"/>
          </a:p>
        </p:txBody>
      </p:sp>
    </p:spTree>
    <p:extLst>
      <p:ext uri="{BB962C8B-B14F-4D97-AF65-F5344CB8AC3E}">
        <p14:creationId xmlns:p14="http://schemas.microsoft.com/office/powerpoint/2010/main" val="4181187469"/>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453727" y="1950509"/>
            <a:ext cx="6994525" cy="17556693"/>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2470151" y="1950509"/>
            <a:ext cx="20881977" cy="17556693"/>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043B26BC-A2E6-4CDA-9F76-12293F26600A}" type="slidenum">
              <a:rPr lang="en-US"/>
              <a:pPr>
                <a:defRPr/>
              </a:pPr>
              <a:t>‹#›</a:t>
            </a:fld>
            <a:endParaRPr lang="en-US"/>
          </a:p>
        </p:txBody>
      </p:sp>
    </p:spTree>
    <p:extLst>
      <p:ext uri="{BB962C8B-B14F-4D97-AF65-F5344CB8AC3E}">
        <p14:creationId xmlns:p14="http://schemas.microsoft.com/office/powerpoint/2010/main" val="349418540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0094B3"/>
            </a:gs>
          </a:gsLst>
          <a:lin ang="5400000" scaled="1"/>
        </a:gra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470548" y="1950509"/>
            <a:ext cx="27977306" cy="3657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ctr" anchorCtr="0" compatLnSpc="1">
            <a:prstTxWarp prst="textNoShape">
              <a:avLst/>
            </a:prstTxWarp>
          </a:bodyPr>
          <a:lstStyle>
            <a:defPPr>
              <a:defRPr kern="1200"/>
            </a:defPPr>
          </a:lstStyle>
          <a:p>
            <a:pPr lvl="0"/>
            <a:r>
              <a:rPr lang="en-US"/>
              <a:t>Click to edit Master title style</a:t>
            </a:r>
          </a:p>
        </p:txBody>
      </p:sp>
      <p:sp>
        <p:nvSpPr>
          <p:cNvPr id="1027" name="Rectangle 3"/>
          <p:cNvSpPr>
            <a:spLocks noGrp="1" noChangeArrowheads="1"/>
          </p:cNvSpPr>
          <p:nvPr>
            <p:ph type="body" idx="1"/>
          </p:nvPr>
        </p:nvSpPr>
        <p:spPr bwMode="auto">
          <a:xfrm>
            <a:off x="2470548" y="6339417"/>
            <a:ext cx="27977306" cy="131677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470547" y="19995093"/>
            <a:ext cx="6858000" cy="14626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vl1pPr defTabSz="2844942">
              <a:defRPr sz="4334"/>
            </a:lvl1pPr>
          </a:lstStyle>
          <a:p>
            <a:pPr>
              <a:defRPr/>
            </a:pPr>
            <a:endParaRPr lang="en-US"/>
          </a:p>
        </p:txBody>
      </p:sp>
      <p:sp>
        <p:nvSpPr>
          <p:cNvPr id="1029" name="Rectangle 5"/>
          <p:cNvSpPr>
            <a:spLocks noGrp="1" noChangeArrowheads="1"/>
          </p:cNvSpPr>
          <p:nvPr>
            <p:ph type="ftr" sz="quarter" idx="3"/>
          </p:nvPr>
        </p:nvSpPr>
        <p:spPr bwMode="auto">
          <a:xfrm>
            <a:off x="11245454" y="19995093"/>
            <a:ext cx="10427494" cy="14626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vl1pPr algn="ctr" defTabSz="2844942">
              <a:defRPr sz="4334"/>
            </a:lvl1pPr>
          </a:lstStyle>
          <a:p>
            <a:pPr>
              <a:defRPr/>
            </a:pPr>
            <a:endParaRPr lang="en-US"/>
          </a:p>
        </p:txBody>
      </p:sp>
      <p:sp>
        <p:nvSpPr>
          <p:cNvPr id="1030" name="Rectangle 6"/>
          <p:cNvSpPr>
            <a:spLocks noGrp="1" noChangeArrowheads="1"/>
          </p:cNvSpPr>
          <p:nvPr>
            <p:ph type="sldNum" sz="quarter" idx="4"/>
          </p:nvPr>
        </p:nvSpPr>
        <p:spPr bwMode="auto">
          <a:xfrm>
            <a:off x="23589855" y="19995093"/>
            <a:ext cx="6858000" cy="14626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vl1pPr algn="r" defTabSz="2844942">
              <a:defRPr sz="4334"/>
            </a:lvl1pPr>
          </a:lstStyle>
          <a:p>
            <a:pPr>
              <a:defRPr/>
            </a:pPr>
            <a:fld id="{469A0CB4-D18D-4AEF-B324-9EDF067D136D}" type="slidenum">
              <a:rPr lang="en-US"/>
              <a:pPr>
                <a:defRPr/>
              </a:pPr>
              <a:t>‹#›</a:t>
            </a:fld>
            <a:endParaRPr lang="en-US"/>
          </a:p>
        </p:txBody>
      </p:sp>
      <p:pic>
        <p:nvPicPr>
          <p:cNvPr id="1031" name="New picture"/>
          <p:cNvPicPr/>
          <p:nvPr/>
        </p:nvPicPr>
        <p:blipFill>
          <a:blip r:embed="rId13"/>
          <a:stretch>
            <a:fillRect/>
          </a:stretch>
        </p:blipFill>
        <p:spPr>
          <a:xfrm rot="16200000">
            <a:off x="-11074400" y="10972800"/>
            <a:ext cx="14274800" cy="3937000"/>
          </a:xfrm>
          <a:prstGeom prst="rect">
            <a:avLst/>
          </a:prstGeom>
        </p:spPr>
      </p:pic>
      <p:pic>
        <p:nvPicPr>
          <p:cNvPr id="1032" name="New picture"/>
          <p:cNvPicPr/>
          <p:nvPr/>
        </p:nvPicPr>
        <p:blipFill>
          <a:blip r:embed="rId13"/>
          <a:stretch>
            <a:fillRect/>
          </a:stretch>
        </p:blipFill>
        <p:spPr>
          <a:xfrm rot="5400000">
            <a:off x="29718000" y="10972800"/>
            <a:ext cx="14274800" cy="3937000"/>
          </a:xfrm>
          <a:prstGeom prst="rect">
            <a:avLst/>
          </a:prstGeom>
        </p:spPr>
      </p:pic>
      <p:pic>
        <p:nvPicPr>
          <p:cNvPr id="1033" name="New picture"/>
          <p:cNvPicPr/>
          <p:nvPr/>
        </p:nvPicPr>
        <p:blipFill>
          <a:blip r:embed="rId14"/>
          <a:stretch>
            <a:fillRect/>
          </a:stretch>
        </p:blipFill>
        <p:spPr>
          <a:xfrm>
            <a:off x="1460500" y="22453600"/>
            <a:ext cx="29997400" cy="1447800"/>
          </a:xfrm>
          <a:prstGeom prst="rect">
            <a:avLst/>
          </a:prstGeom>
        </p:spPr>
      </p:pic>
      <p:sp>
        <p:nvSpPr>
          <p:cNvPr id="1034" name="New shape"/>
          <p:cNvSpPr/>
          <p:nvPr/>
        </p:nvSpPr>
        <p:spPr>
          <a:xfrm>
            <a:off x="1460500" y="23025100"/>
            <a:ext cx="164592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persuadingsapphire  Size: 36x24</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defPPr>
        <a:defRPr kern="1200"/>
      </a:defPPr>
      <a:lvl1pPr algn="ctr" defTabSz="2844942" rtl="0" eaLnBrk="0" fontAlgn="base" hangingPunct="0">
        <a:spcBef>
          <a:spcPct val="0"/>
        </a:spcBef>
        <a:spcAft>
          <a:spcPct val="0"/>
        </a:spcAft>
        <a:defRPr sz="13667">
          <a:solidFill>
            <a:schemeClr val="tx2"/>
          </a:solidFill>
          <a:latin typeface="+mj-lt"/>
          <a:ea typeface="+mj-ea"/>
          <a:cs typeface="+mj-cs"/>
        </a:defRPr>
      </a:lvl1pPr>
      <a:lvl2pPr algn="ctr" defTabSz="2844942" rtl="0" eaLnBrk="0" fontAlgn="base" hangingPunct="0">
        <a:spcBef>
          <a:spcPct val="0"/>
        </a:spcBef>
        <a:spcAft>
          <a:spcPct val="0"/>
        </a:spcAft>
        <a:defRPr sz="13667">
          <a:solidFill>
            <a:schemeClr val="tx2"/>
          </a:solidFill>
          <a:latin typeface="Times New Roman" pitchFamily="18" charset="0"/>
        </a:defRPr>
      </a:lvl2pPr>
      <a:lvl3pPr algn="ctr" defTabSz="2844942" rtl="0" eaLnBrk="0" fontAlgn="base" hangingPunct="0">
        <a:spcBef>
          <a:spcPct val="0"/>
        </a:spcBef>
        <a:spcAft>
          <a:spcPct val="0"/>
        </a:spcAft>
        <a:defRPr sz="13667">
          <a:solidFill>
            <a:schemeClr val="tx2"/>
          </a:solidFill>
          <a:latin typeface="Times New Roman" pitchFamily="18" charset="0"/>
        </a:defRPr>
      </a:lvl3pPr>
      <a:lvl4pPr algn="ctr" defTabSz="2844942" rtl="0" eaLnBrk="0" fontAlgn="base" hangingPunct="0">
        <a:spcBef>
          <a:spcPct val="0"/>
        </a:spcBef>
        <a:spcAft>
          <a:spcPct val="0"/>
        </a:spcAft>
        <a:defRPr sz="13667">
          <a:solidFill>
            <a:schemeClr val="tx2"/>
          </a:solidFill>
          <a:latin typeface="Times New Roman" pitchFamily="18" charset="0"/>
        </a:defRPr>
      </a:lvl4pPr>
      <a:lvl5pPr algn="ctr" defTabSz="2844942" rtl="0" eaLnBrk="0" fontAlgn="base" hangingPunct="0">
        <a:spcBef>
          <a:spcPct val="0"/>
        </a:spcBef>
        <a:spcAft>
          <a:spcPct val="0"/>
        </a:spcAft>
        <a:defRPr sz="13667">
          <a:solidFill>
            <a:schemeClr val="tx2"/>
          </a:solidFill>
          <a:latin typeface="Times New Roman" pitchFamily="18" charset="0"/>
        </a:defRPr>
      </a:lvl5pPr>
      <a:lvl6pPr marL="304815" algn="ctr" defTabSz="2844942" rtl="0" eaLnBrk="0" fontAlgn="base" hangingPunct="0">
        <a:spcBef>
          <a:spcPct val="0"/>
        </a:spcBef>
        <a:spcAft>
          <a:spcPct val="0"/>
        </a:spcAft>
        <a:defRPr sz="13667">
          <a:solidFill>
            <a:schemeClr val="tx2"/>
          </a:solidFill>
          <a:latin typeface="Times New Roman" pitchFamily="18" charset="0"/>
        </a:defRPr>
      </a:lvl6pPr>
      <a:lvl7pPr marL="609630" algn="ctr" defTabSz="2844942" rtl="0" eaLnBrk="0" fontAlgn="base" hangingPunct="0">
        <a:spcBef>
          <a:spcPct val="0"/>
        </a:spcBef>
        <a:spcAft>
          <a:spcPct val="0"/>
        </a:spcAft>
        <a:defRPr sz="13667">
          <a:solidFill>
            <a:schemeClr val="tx2"/>
          </a:solidFill>
          <a:latin typeface="Times New Roman" pitchFamily="18" charset="0"/>
        </a:defRPr>
      </a:lvl7pPr>
      <a:lvl8pPr marL="914446" algn="ctr" defTabSz="2844942" rtl="0" eaLnBrk="0" fontAlgn="base" hangingPunct="0">
        <a:spcBef>
          <a:spcPct val="0"/>
        </a:spcBef>
        <a:spcAft>
          <a:spcPct val="0"/>
        </a:spcAft>
        <a:defRPr sz="13667">
          <a:solidFill>
            <a:schemeClr val="tx2"/>
          </a:solidFill>
          <a:latin typeface="Times New Roman" pitchFamily="18" charset="0"/>
        </a:defRPr>
      </a:lvl8pPr>
      <a:lvl9pPr marL="1219261" algn="ctr" defTabSz="2844942" rtl="0" eaLnBrk="0" fontAlgn="base" hangingPunct="0">
        <a:spcBef>
          <a:spcPct val="0"/>
        </a:spcBef>
        <a:spcAft>
          <a:spcPct val="0"/>
        </a:spcAft>
        <a:defRPr sz="13667">
          <a:solidFill>
            <a:schemeClr val="tx2"/>
          </a:solidFill>
          <a:latin typeface="Times New Roman" pitchFamily="18" charset="0"/>
        </a:defRPr>
      </a:lvl9pPr>
    </p:titleStyle>
    <p:bodyStyle>
      <a:defPPr>
        <a:defRPr kern="1200"/>
      </a:defPPr>
      <a:lvl1pPr marL="1066853" indent="-1066853" algn="l" defTabSz="2844942" rtl="0" eaLnBrk="0" fontAlgn="base" hangingPunct="0">
        <a:spcBef>
          <a:spcPct val="20000"/>
        </a:spcBef>
        <a:spcAft>
          <a:spcPct val="0"/>
        </a:spcAft>
        <a:buChar char="•"/>
        <a:defRPr sz="9934">
          <a:solidFill>
            <a:schemeClr val="tx1"/>
          </a:solidFill>
          <a:latin typeface="+mn-lt"/>
          <a:ea typeface="+mn-ea"/>
          <a:cs typeface="+mn-cs"/>
        </a:defRPr>
      </a:lvl1pPr>
      <a:lvl2pPr marL="2311516" indent="-889044" algn="l" defTabSz="2844942" rtl="0" eaLnBrk="0" fontAlgn="base" hangingPunct="0">
        <a:spcBef>
          <a:spcPct val="20000"/>
        </a:spcBef>
        <a:spcAft>
          <a:spcPct val="0"/>
        </a:spcAft>
        <a:buChar char="–"/>
        <a:defRPr sz="8734">
          <a:solidFill>
            <a:schemeClr val="tx1"/>
          </a:solidFill>
          <a:latin typeface="+mn-lt"/>
        </a:defRPr>
      </a:lvl2pPr>
      <a:lvl3pPr marL="3556178" indent="-711236" algn="l" defTabSz="2844942" rtl="0" eaLnBrk="0" fontAlgn="base" hangingPunct="0">
        <a:spcBef>
          <a:spcPct val="20000"/>
        </a:spcBef>
        <a:spcAft>
          <a:spcPct val="0"/>
        </a:spcAft>
        <a:buChar char="•"/>
        <a:defRPr sz="7467">
          <a:solidFill>
            <a:schemeClr val="tx1"/>
          </a:solidFill>
          <a:latin typeface="+mn-lt"/>
        </a:defRPr>
      </a:lvl3pPr>
      <a:lvl4pPr marL="4978649" indent="-711236" algn="l" defTabSz="2844942" rtl="0" eaLnBrk="0" fontAlgn="base" hangingPunct="0">
        <a:spcBef>
          <a:spcPct val="20000"/>
        </a:spcBef>
        <a:spcAft>
          <a:spcPct val="0"/>
        </a:spcAft>
        <a:buChar char="–"/>
        <a:defRPr sz="6200">
          <a:solidFill>
            <a:schemeClr val="tx1"/>
          </a:solidFill>
          <a:latin typeface="+mn-lt"/>
        </a:defRPr>
      </a:lvl4pPr>
      <a:lvl5pPr marL="6401120" indent="-711236" algn="l" defTabSz="2844942" rtl="0" eaLnBrk="0" fontAlgn="base" hangingPunct="0">
        <a:spcBef>
          <a:spcPct val="20000"/>
        </a:spcBef>
        <a:spcAft>
          <a:spcPct val="0"/>
        </a:spcAft>
        <a:buChar char="»"/>
        <a:defRPr sz="6200">
          <a:solidFill>
            <a:schemeClr val="tx1"/>
          </a:solidFill>
          <a:latin typeface="+mn-lt"/>
        </a:defRPr>
      </a:lvl5pPr>
      <a:lvl6pPr marL="6705935" indent="-711236" algn="l" defTabSz="2844942" rtl="0" eaLnBrk="0" fontAlgn="base" hangingPunct="0">
        <a:spcBef>
          <a:spcPct val="20000"/>
        </a:spcBef>
        <a:spcAft>
          <a:spcPct val="0"/>
        </a:spcAft>
        <a:buChar char="»"/>
        <a:defRPr sz="6200">
          <a:solidFill>
            <a:schemeClr val="tx1"/>
          </a:solidFill>
          <a:latin typeface="+mn-lt"/>
        </a:defRPr>
      </a:lvl6pPr>
      <a:lvl7pPr marL="7010751" indent="-711236" algn="l" defTabSz="2844942" rtl="0" eaLnBrk="0" fontAlgn="base" hangingPunct="0">
        <a:spcBef>
          <a:spcPct val="20000"/>
        </a:spcBef>
        <a:spcAft>
          <a:spcPct val="0"/>
        </a:spcAft>
        <a:buChar char="»"/>
        <a:defRPr sz="6200">
          <a:solidFill>
            <a:schemeClr val="tx1"/>
          </a:solidFill>
          <a:latin typeface="+mn-lt"/>
        </a:defRPr>
      </a:lvl7pPr>
      <a:lvl8pPr marL="7315566" indent="-711236" algn="l" defTabSz="2844942" rtl="0" eaLnBrk="0" fontAlgn="base" hangingPunct="0">
        <a:spcBef>
          <a:spcPct val="20000"/>
        </a:spcBef>
        <a:spcAft>
          <a:spcPct val="0"/>
        </a:spcAft>
        <a:buChar char="»"/>
        <a:defRPr sz="6200">
          <a:solidFill>
            <a:schemeClr val="tx1"/>
          </a:solidFill>
          <a:latin typeface="+mn-lt"/>
        </a:defRPr>
      </a:lvl8pPr>
      <a:lvl9pPr marL="7620381" indent="-711236" algn="l" defTabSz="2844942" rtl="0" eaLnBrk="0" fontAlgn="base" hangingPunct="0">
        <a:spcBef>
          <a:spcPct val="20000"/>
        </a:spcBef>
        <a:spcAft>
          <a:spcPct val="0"/>
        </a:spcAft>
        <a:buChar char="»"/>
        <a:defRPr sz="6200">
          <a:solidFill>
            <a:schemeClr val="tx1"/>
          </a:solidFill>
          <a:latin typeface="+mn-lt"/>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1482A5"/>
            </a:gs>
          </a:gsLst>
          <a:lin ang="5400000" scaled="1"/>
        </a:gradFill>
        <a:effectLst/>
      </p:bgPr>
    </p:bg>
    <p:spTree>
      <p:nvGrpSpPr>
        <p:cNvPr id="1" name=""/>
        <p:cNvGrpSpPr/>
        <p:nvPr/>
      </p:nvGrpSpPr>
      <p:grpSpPr>
        <a:xfrm>
          <a:off x="0" y="0"/>
          <a:ext cx="0" cy="0"/>
          <a:chOff x="0" y="0"/>
          <a:chExt cx="0" cy="0"/>
        </a:xfrm>
      </p:grpSpPr>
      <p:sp>
        <p:nvSpPr>
          <p:cNvPr id="41" name="Title 11">
            <a:extLst>
              <a:ext uri="{FF2B5EF4-FFF2-40B4-BE49-F238E27FC236}">
                <a16:creationId xmlns:a16="http://schemas.microsoft.com/office/drawing/2014/main" id="{8785E597-B0C8-4CA8-9A56-A0F3996D088D}"/>
              </a:ext>
            </a:extLst>
          </p:cNvPr>
          <p:cNvSpPr txBox="1"/>
          <p:nvPr/>
        </p:nvSpPr>
        <p:spPr>
          <a:xfrm>
            <a:off x="4267200" y="923679"/>
            <a:ext cx="24384000" cy="1831290"/>
          </a:xfrm>
          <a:prstGeom prst="rect">
            <a:avLst/>
          </a:prstGeom>
        </p:spPr>
        <p:txBody>
          <a:bodyPr lIns="85344" tIns="42672" rIns="85344" bIns="42672"/>
          <a:lstStyle>
            <a:defPPr>
              <a:defRPr kern="1200"/>
            </a:defPPr>
            <a:lvl1pPr algn="ctr" defTabSz="4389028" rtl="0" eaLnBrk="1" latinLnBrk="0" hangingPunct="1">
              <a:spcBef>
                <a:spcPct val="0"/>
              </a:spcBef>
              <a:buNone/>
              <a:defRPr sz="13400" kern="1200">
                <a:solidFill>
                  <a:schemeClr val="tx1"/>
                </a:solidFill>
                <a:latin typeface="+mj-lt"/>
                <a:ea typeface="+mj-ea"/>
                <a:cs typeface="+mj-cs"/>
              </a:defRPr>
            </a:lvl1pPr>
          </a:lstStyle>
          <a:p>
            <a:r>
              <a:rPr lang="en-US" sz="5700" dirty="0" err="1">
                <a:solidFill>
                  <a:srgbClr val="235078"/>
                </a:solidFill>
                <a:latin typeface="Libre Baskerville" panose="02000000000000000000" pitchFamily="2" charset="0"/>
              </a:rPr>
              <a:t>NetSim</a:t>
            </a:r>
            <a:r>
              <a:rPr lang="en-US" sz="5700" dirty="0">
                <a:solidFill>
                  <a:srgbClr val="235078"/>
                </a:solidFill>
                <a:latin typeface="Libre Baskerville" panose="02000000000000000000" pitchFamily="2" charset="0"/>
              </a:rPr>
              <a:t> – </a:t>
            </a:r>
          </a:p>
          <a:p>
            <a:r>
              <a:rPr lang="en-US" sz="5700" dirty="0">
                <a:solidFill>
                  <a:srgbClr val="235078"/>
                </a:solidFill>
                <a:latin typeface="Libre Baskerville" panose="02000000000000000000" pitchFamily="2" charset="0"/>
              </a:rPr>
              <a:t>An Interactive Graph Visualization and Algorithm Simulator</a:t>
            </a:r>
          </a:p>
        </p:txBody>
      </p:sp>
      <p:sp>
        <p:nvSpPr>
          <p:cNvPr id="42" name="Text Placeholder 16">
            <a:extLst>
              <a:ext uri="{FF2B5EF4-FFF2-40B4-BE49-F238E27FC236}">
                <a16:creationId xmlns:a16="http://schemas.microsoft.com/office/drawing/2014/main" id="{EBC3B70E-A392-4069-A147-C1FCF37051AF}"/>
              </a:ext>
            </a:extLst>
          </p:cNvPr>
          <p:cNvSpPr txBox="1"/>
          <p:nvPr/>
        </p:nvSpPr>
        <p:spPr>
          <a:xfrm>
            <a:off x="4267200" y="3018671"/>
            <a:ext cx="24384000" cy="1338828"/>
          </a:xfrm>
          <a:prstGeom prst="rect">
            <a:avLst/>
          </a:prstGeom>
        </p:spPr>
        <p:txBody>
          <a:bodyPr lIns="85344" tIns="42672" rIns="85344" bIns="42672">
            <a:spAutoFit/>
          </a:bodyPr>
          <a:lstStyle>
            <a:defPPr>
              <a:defRPr kern="1200"/>
            </a:defPPr>
            <a:lvl1pPr marL="0" indent="0" algn="l" defTabSz="4389028" rtl="0" eaLnBrk="1" latinLnBrk="0" hangingPunct="1">
              <a:spcBef>
                <a:spcPct val="20000"/>
              </a:spcBef>
              <a:buFont typeface="Arial" pitchFamily="34" charset="0"/>
              <a:buNone/>
              <a:defRPr sz="13400" kern="1200" baseline="0">
                <a:solidFill>
                  <a:schemeClr val="tx1"/>
                </a:solidFill>
                <a:latin typeface="+mn-lt"/>
                <a:ea typeface="+mn-ea"/>
                <a:cs typeface="+mn-cs"/>
              </a:defRPr>
            </a:lvl1pPr>
            <a:lvl2pPr marL="3566086" indent="-1371572" algn="l" defTabSz="4389028" rtl="0" eaLnBrk="1" latinLnBrk="0" hangingPunct="1">
              <a:spcBef>
                <a:spcPct val="20000"/>
              </a:spcBef>
              <a:buFont typeface="Arial" pitchFamily="34" charset="0"/>
              <a:buChar char="–"/>
              <a:defRPr sz="13400" kern="1200">
                <a:solidFill>
                  <a:schemeClr val="tx1"/>
                </a:solidFill>
                <a:latin typeface="+mn-lt"/>
                <a:ea typeface="+mn-ea"/>
                <a:cs typeface="+mn-cs"/>
              </a:defRPr>
            </a:lvl2pPr>
            <a:lvl3pPr marL="5486286" indent="-1097257" algn="l" defTabSz="4389028" rtl="0" eaLnBrk="1" latinLnBrk="0" hangingPunct="1">
              <a:spcBef>
                <a:spcPct val="20000"/>
              </a:spcBef>
              <a:buFont typeface="Arial" pitchFamily="34" charset="0"/>
              <a:buChar char="•"/>
              <a:defRPr sz="11500" kern="1200">
                <a:solidFill>
                  <a:schemeClr val="tx1"/>
                </a:solidFill>
                <a:latin typeface="+mn-lt"/>
                <a:ea typeface="+mn-ea"/>
                <a:cs typeface="+mn-cs"/>
              </a:defRPr>
            </a:lvl3pPr>
            <a:lvl4pPr marL="7680800"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4pPr>
            <a:lvl5pPr marL="9875314"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5pPr>
            <a:lvl6pPr marL="12069828"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6pPr>
            <a:lvl7pPr marL="14264342"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7pPr>
            <a:lvl8pPr marL="16458857"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8pPr>
            <a:lvl9pPr marL="18653371"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9pPr>
          </a:lstStyle>
          <a:p>
            <a:pPr algn="ctr"/>
            <a:r>
              <a:rPr lang="en-US" sz="3700" dirty="0">
                <a:solidFill>
                  <a:srgbClr val="1482A5"/>
                </a:solidFill>
                <a:latin typeface="Montserrat Light" panose="00000400000000000000" pitchFamily="50" charset="0"/>
              </a:rPr>
              <a:t>Tyler Layton</a:t>
            </a:r>
          </a:p>
          <a:p>
            <a:pPr algn="ctr"/>
            <a:r>
              <a:rPr lang="en-US" sz="3700" dirty="0">
                <a:solidFill>
                  <a:srgbClr val="1482A5"/>
                </a:solidFill>
                <a:latin typeface="Montserrat Light" panose="00000400000000000000" pitchFamily="50" charset="0"/>
              </a:rPr>
              <a:t> Advised by Konstantin </a:t>
            </a:r>
            <a:r>
              <a:rPr lang="en-US" sz="3700" dirty="0" err="1">
                <a:solidFill>
                  <a:srgbClr val="1482A5"/>
                </a:solidFill>
                <a:latin typeface="Montserrat Light" panose="00000400000000000000" pitchFamily="50" charset="0"/>
              </a:rPr>
              <a:t>Zuzmin</a:t>
            </a:r>
            <a:endParaRPr lang="en-US" sz="3700" dirty="0">
              <a:solidFill>
                <a:srgbClr val="1482A5"/>
              </a:solidFill>
              <a:latin typeface="Montserrat Light" panose="00000400000000000000" pitchFamily="50" charset="0"/>
            </a:endParaRPr>
          </a:p>
        </p:txBody>
      </p:sp>
      <p:sp>
        <p:nvSpPr>
          <p:cNvPr id="46" name="Rectangle 45">
            <a:extLst>
              <a:ext uri="{FF2B5EF4-FFF2-40B4-BE49-F238E27FC236}">
                <a16:creationId xmlns:a16="http://schemas.microsoft.com/office/drawing/2014/main" id="{2C718E78-BDD8-4BAD-851F-D423AE935B0D}"/>
              </a:ext>
            </a:extLst>
          </p:cNvPr>
          <p:cNvSpPr/>
          <p:nvPr/>
        </p:nvSpPr>
        <p:spPr>
          <a:xfrm>
            <a:off x="533400" y="4621201"/>
            <a:ext cx="7534787" cy="60882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dirty="0">
              <a:latin typeface="+mj-lt"/>
            </a:endParaRPr>
          </a:p>
        </p:txBody>
      </p:sp>
      <p:sp>
        <p:nvSpPr>
          <p:cNvPr id="47" name="Rectangle 46">
            <a:extLst>
              <a:ext uri="{FF2B5EF4-FFF2-40B4-BE49-F238E27FC236}">
                <a16:creationId xmlns:a16="http://schemas.microsoft.com/office/drawing/2014/main" id="{B9C39BF6-8B9A-45D3-A730-4CDDF5EAA7F1}"/>
              </a:ext>
            </a:extLst>
          </p:cNvPr>
          <p:cNvSpPr/>
          <p:nvPr/>
        </p:nvSpPr>
        <p:spPr>
          <a:xfrm>
            <a:off x="16744609" y="4621201"/>
            <a:ext cx="7534787" cy="169781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48" name="Rectangle 47">
            <a:extLst>
              <a:ext uri="{FF2B5EF4-FFF2-40B4-BE49-F238E27FC236}">
                <a16:creationId xmlns:a16="http://schemas.microsoft.com/office/drawing/2014/main" id="{3E6D1C9C-2516-4738-BC80-673A19ECE5BD}"/>
              </a:ext>
            </a:extLst>
          </p:cNvPr>
          <p:cNvSpPr/>
          <p:nvPr/>
        </p:nvSpPr>
        <p:spPr>
          <a:xfrm>
            <a:off x="24850213" y="4658590"/>
            <a:ext cx="7534787" cy="686074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49" name="Rectangle 48">
            <a:extLst>
              <a:ext uri="{FF2B5EF4-FFF2-40B4-BE49-F238E27FC236}">
                <a16:creationId xmlns:a16="http://schemas.microsoft.com/office/drawing/2014/main" id="{8F25EFAD-7AAF-4CAF-BA69-869B3D423F7F}"/>
              </a:ext>
            </a:extLst>
          </p:cNvPr>
          <p:cNvSpPr/>
          <p:nvPr/>
        </p:nvSpPr>
        <p:spPr>
          <a:xfrm>
            <a:off x="518160" y="11236142"/>
            <a:ext cx="7534787" cy="103632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0" name="Rectangle 49">
            <a:extLst>
              <a:ext uri="{FF2B5EF4-FFF2-40B4-BE49-F238E27FC236}">
                <a16:creationId xmlns:a16="http://schemas.microsoft.com/office/drawing/2014/main" id="{2EC9A64B-144F-4668-B416-097C0312FF96}"/>
              </a:ext>
            </a:extLst>
          </p:cNvPr>
          <p:cNvSpPr/>
          <p:nvPr/>
        </p:nvSpPr>
        <p:spPr>
          <a:xfrm>
            <a:off x="8639004" y="11236140"/>
            <a:ext cx="7534787" cy="103632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1" name="Rectangle 50">
            <a:extLst>
              <a:ext uri="{FF2B5EF4-FFF2-40B4-BE49-F238E27FC236}">
                <a16:creationId xmlns:a16="http://schemas.microsoft.com/office/drawing/2014/main" id="{BF801B80-E24E-4773-AC4E-37DC17B0424E}"/>
              </a:ext>
            </a:extLst>
          </p:cNvPr>
          <p:cNvSpPr/>
          <p:nvPr/>
        </p:nvSpPr>
        <p:spPr>
          <a:xfrm>
            <a:off x="8639004" y="4621201"/>
            <a:ext cx="7534787" cy="60882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2" name="Rectangle 51">
            <a:extLst>
              <a:ext uri="{FF2B5EF4-FFF2-40B4-BE49-F238E27FC236}">
                <a16:creationId xmlns:a16="http://schemas.microsoft.com/office/drawing/2014/main" id="{F6D8A1CF-B987-4F36-8586-4BEDACCCAB04}"/>
              </a:ext>
            </a:extLst>
          </p:cNvPr>
          <p:cNvSpPr/>
          <p:nvPr/>
        </p:nvSpPr>
        <p:spPr>
          <a:xfrm>
            <a:off x="24850213" y="12117693"/>
            <a:ext cx="7534787" cy="65730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dirty="0"/>
          </a:p>
        </p:txBody>
      </p:sp>
      <p:sp>
        <p:nvSpPr>
          <p:cNvPr id="53" name="TextBox 52">
            <a:extLst>
              <a:ext uri="{FF2B5EF4-FFF2-40B4-BE49-F238E27FC236}">
                <a16:creationId xmlns:a16="http://schemas.microsoft.com/office/drawing/2014/main" id="{B9BDD4D7-12C6-4DBA-AD93-2C88BC17BC8B}"/>
              </a:ext>
            </a:extLst>
          </p:cNvPr>
          <p:cNvSpPr txBox="1"/>
          <p:nvPr/>
        </p:nvSpPr>
        <p:spPr>
          <a:xfrm>
            <a:off x="704645" y="5477132"/>
            <a:ext cx="7192297" cy="4893647"/>
          </a:xfrm>
          <a:prstGeom prst="rect">
            <a:avLst/>
          </a:prstGeom>
          <a:noFill/>
        </p:spPr>
        <p:txBody>
          <a:bodyPr wrap="square" rtlCol="0">
            <a:spAutoFit/>
          </a:bodyPr>
          <a:lstStyle>
            <a:defPPr>
              <a:defRPr kern="1200"/>
            </a:defPPr>
          </a:lstStyle>
          <a:p>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Graph-structured data is fundamental to the world with applications ranging from social networks to biological pathways. Understanding the structural properties and visualizing these large networks is essential to our further exploration of them. This research project presents an app which allows users to </a:t>
            </a:r>
            <a:r>
              <a:rPr lang="en-US" sz="2400" b="1"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interact</a:t>
            </a:r>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and </a:t>
            </a:r>
            <a:r>
              <a:rPr lang="en-US" sz="2400" b="1"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visualize graphs </a:t>
            </a:r>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presenting a variety of different visual and search algorithms. Such visual algorithms include a force-directed layout as well as a node contraction algorithm as a means of graph simplification.</a:t>
            </a:r>
          </a:p>
        </p:txBody>
      </p:sp>
      <p:sp>
        <p:nvSpPr>
          <p:cNvPr id="54" name="TextBox 53">
            <a:extLst>
              <a:ext uri="{FF2B5EF4-FFF2-40B4-BE49-F238E27FC236}">
                <a16:creationId xmlns:a16="http://schemas.microsoft.com/office/drawing/2014/main" id="{E4864E4E-50A2-403F-84B8-E4F7E820612B}"/>
              </a:ext>
            </a:extLst>
          </p:cNvPr>
          <p:cNvSpPr txBox="1"/>
          <p:nvPr/>
        </p:nvSpPr>
        <p:spPr>
          <a:xfrm>
            <a:off x="704645" y="4800600"/>
            <a:ext cx="7192297" cy="584775"/>
          </a:xfrm>
          <a:prstGeom prst="rect">
            <a:avLst/>
          </a:prstGeom>
          <a:noFill/>
        </p:spPr>
        <p:txBody>
          <a:bodyPr wrap="square" rtlCol="0">
            <a:spAutoFit/>
          </a:bodyPr>
          <a:lstStyle>
            <a:defPPr>
              <a:defRPr kern="1200"/>
            </a:defPPr>
          </a:lstStyle>
          <a:p>
            <a:r>
              <a:rPr lang="en-US" sz="3200" dirty="0">
                <a:solidFill>
                  <a:srgbClr val="235078"/>
                </a:solidFill>
                <a:latin typeface="Libre Baskerville" panose="02000000000000000000" pitchFamily="2" charset="0"/>
              </a:rPr>
              <a:t>Introduction</a:t>
            </a:r>
          </a:p>
        </p:txBody>
      </p:sp>
      <p:sp>
        <p:nvSpPr>
          <p:cNvPr id="55" name="Rectangle 54">
            <a:extLst>
              <a:ext uri="{FF2B5EF4-FFF2-40B4-BE49-F238E27FC236}">
                <a16:creationId xmlns:a16="http://schemas.microsoft.com/office/drawing/2014/main" id="{32418A42-DDE0-497E-98DF-5F9BFF98DA6B}"/>
              </a:ext>
            </a:extLst>
          </p:cNvPr>
          <p:cNvSpPr/>
          <p:nvPr/>
        </p:nvSpPr>
        <p:spPr>
          <a:xfrm>
            <a:off x="24850213" y="19202400"/>
            <a:ext cx="7534787" cy="2397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6" name="TextBox 55">
            <a:extLst>
              <a:ext uri="{FF2B5EF4-FFF2-40B4-BE49-F238E27FC236}">
                <a16:creationId xmlns:a16="http://schemas.microsoft.com/office/drawing/2014/main" id="{1D434DB1-CA03-4AE7-BD42-F2F4837CE20D}"/>
              </a:ext>
            </a:extLst>
          </p:cNvPr>
          <p:cNvSpPr txBox="1"/>
          <p:nvPr/>
        </p:nvSpPr>
        <p:spPr>
          <a:xfrm>
            <a:off x="25021459" y="19800075"/>
            <a:ext cx="7192297" cy="276999"/>
          </a:xfrm>
          <a:prstGeom prst="rect">
            <a:avLst/>
          </a:prstGeom>
          <a:noFill/>
        </p:spPr>
        <p:txBody>
          <a:bodyPr wrap="square" rtlCol="0">
            <a:spAutoFit/>
          </a:bodyPr>
          <a:lstStyle>
            <a:defPPr>
              <a:defRPr kern="1200"/>
            </a:defPPr>
          </a:lstStyle>
          <a:p>
            <a:r>
              <a:rPr lang="en-US" sz="1200">
                <a:solidFill>
                  <a:srgbClr val="1482A5"/>
                </a:solidFill>
                <a:latin typeface="Montserrat Light" panose="00000400000000000000" pitchFamily="50" charset="0"/>
                <a:ea typeface="Open Sans" panose="020B0606030504020204" pitchFamily="34" charset="0"/>
                <a:cs typeface="Open Sans" panose="020B0606030504020204" pitchFamily="34" charset="0"/>
              </a:rPr>
              <a:t>Add your information, graphs and images to this section.</a:t>
            </a:r>
          </a:p>
        </p:txBody>
      </p:sp>
      <p:sp>
        <p:nvSpPr>
          <p:cNvPr id="57" name="TextBox 56">
            <a:extLst>
              <a:ext uri="{FF2B5EF4-FFF2-40B4-BE49-F238E27FC236}">
                <a16:creationId xmlns:a16="http://schemas.microsoft.com/office/drawing/2014/main" id="{992CC346-56CD-4384-BB14-A915BC781C78}"/>
              </a:ext>
            </a:extLst>
          </p:cNvPr>
          <p:cNvSpPr txBox="1"/>
          <p:nvPr/>
        </p:nvSpPr>
        <p:spPr>
          <a:xfrm>
            <a:off x="25021459" y="19354800"/>
            <a:ext cx="7192297" cy="461665"/>
          </a:xfrm>
          <a:prstGeom prst="rect">
            <a:avLst/>
          </a:prstGeom>
          <a:noFill/>
        </p:spPr>
        <p:txBody>
          <a:bodyPr wrap="square" rtlCol="0">
            <a:spAutoFit/>
          </a:bodyPr>
          <a:lstStyle>
            <a:defPPr>
              <a:defRPr kern="1200"/>
            </a:defPPr>
          </a:lstStyle>
          <a:p>
            <a:r>
              <a:rPr lang="en-US" sz="2400">
                <a:solidFill>
                  <a:srgbClr val="235078"/>
                </a:solidFill>
                <a:latin typeface="Libre Baskerville" panose="02000000000000000000" pitchFamily="2" charset="0"/>
              </a:rPr>
              <a:t>Acknowledgements</a:t>
            </a:r>
          </a:p>
        </p:txBody>
      </p:sp>
      <p:sp>
        <p:nvSpPr>
          <p:cNvPr id="58" name="TextBox 57">
            <a:extLst>
              <a:ext uri="{FF2B5EF4-FFF2-40B4-BE49-F238E27FC236}">
                <a16:creationId xmlns:a16="http://schemas.microsoft.com/office/drawing/2014/main" id="{E3DA8D0E-1298-4193-913A-0FE766B77D13}"/>
              </a:ext>
            </a:extLst>
          </p:cNvPr>
          <p:cNvSpPr txBox="1"/>
          <p:nvPr/>
        </p:nvSpPr>
        <p:spPr>
          <a:xfrm>
            <a:off x="25021459" y="5830075"/>
            <a:ext cx="7192297" cy="276999"/>
          </a:xfrm>
          <a:prstGeom prst="rect">
            <a:avLst/>
          </a:prstGeom>
          <a:noFill/>
        </p:spPr>
        <p:txBody>
          <a:bodyPr wrap="square" rtlCol="0">
            <a:spAutoFit/>
          </a:bodyPr>
          <a:lstStyle>
            <a:defPPr>
              <a:defRPr kern="1200"/>
            </a:defPPr>
          </a:lstStyle>
          <a:p>
            <a:r>
              <a:rPr lang="en-US" sz="1200" dirty="0">
                <a:solidFill>
                  <a:srgbClr val="1482A5"/>
                </a:solidFill>
                <a:latin typeface="Montserrat Light" panose="00000400000000000000" pitchFamily="50" charset="0"/>
                <a:ea typeface="Open Sans" panose="020B0606030504020204" pitchFamily="34" charset="0"/>
                <a:cs typeface="Open Sans" panose="020B0606030504020204" pitchFamily="34" charset="0"/>
              </a:rPr>
              <a:t>Add your information, graphs and images to this section.</a:t>
            </a:r>
          </a:p>
        </p:txBody>
      </p:sp>
      <p:sp>
        <p:nvSpPr>
          <p:cNvPr id="59" name="TextBox 58">
            <a:extLst>
              <a:ext uri="{FF2B5EF4-FFF2-40B4-BE49-F238E27FC236}">
                <a16:creationId xmlns:a16="http://schemas.microsoft.com/office/drawing/2014/main" id="{D07EEF88-ACF9-4467-B180-074FC642245A}"/>
              </a:ext>
            </a:extLst>
          </p:cNvPr>
          <p:cNvSpPr txBox="1"/>
          <p:nvPr/>
        </p:nvSpPr>
        <p:spPr>
          <a:xfrm>
            <a:off x="25026375" y="4862154"/>
            <a:ext cx="7192297" cy="461665"/>
          </a:xfrm>
          <a:prstGeom prst="rect">
            <a:avLst/>
          </a:prstGeom>
          <a:noFill/>
        </p:spPr>
        <p:txBody>
          <a:bodyPr wrap="square" rtlCol="0">
            <a:spAutoFit/>
          </a:bodyPr>
          <a:lstStyle>
            <a:defPPr>
              <a:defRPr kern="1200"/>
            </a:defPPr>
          </a:lstStyle>
          <a:p>
            <a:r>
              <a:rPr lang="en-US" sz="2400">
                <a:solidFill>
                  <a:srgbClr val="235078"/>
                </a:solidFill>
                <a:latin typeface="Libre Baskerville" panose="02000000000000000000" pitchFamily="2" charset="0"/>
              </a:rPr>
              <a:t>Conclusion</a:t>
            </a:r>
          </a:p>
        </p:txBody>
      </p:sp>
      <p:sp>
        <p:nvSpPr>
          <p:cNvPr id="60" name="TextBox 59">
            <a:extLst>
              <a:ext uri="{FF2B5EF4-FFF2-40B4-BE49-F238E27FC236}">
                <a16:creationId xmlns:a16="http://schemas.microsoft.com/office/drawing/2014/main" id="{22B0201C-B275-4172-AE5F-42B6EA405F41}"/>
              </a:ext>
            </a:extLst>
          </p:cNvPr>
          <p:cNvSpPr txBox="1"/>
          <p:nvPr/>
        </p:nvSpPr>
        <p:spPr>
          <a:xfrm>
            <a:off x="25021459" y="12767014"/>
            <a:ext cx="7192297" cy="276999"/>
          </a:xfrm>
          <a:prstGeom prst="rect">
            <a:avLst/>
          </a:prstGeom>
          <a:noFill/>
        </p:spPr>
        <p:txBody>
          <a:bodyPr wrap="square" rtlCol="0">
            <a:spAutoFit/>
          </a:bodyPr>
          <a:lstStyle>
            <a:defPPr>
              <a:defRPr kern="1200"/>
            </a:defPPr>
          </a:lstStyle>
          <a:p>
            <a:r>
              <a:rPr lang="en-US" sz="1200">
                <a:solidFill>
                  <a:srgbClr val="1482A5"/>
                </a:solidFill>
                <a:latin typeface="Montserrat Light" panose="00000400000000000000" pitchFamily="50" charset="0"/>
                <a:ea typeface="Open Sans" panose="020B0606030504020204" pitchFamily="34" charset="0"/>
                <a:cs typeface="Open Sans" panose="020B0606030504020204" pitchFamily="34" charset="0"/>
              </a:rPr>
              <a:t>Add your information, graphs and images to this section.</a:t>
            </a:r>
          </a:p>
        </p:txBody>
      </p:sp>
      <p:sp>
        <p:nvSpPr>
          <p:cNvPr id="61" name="TextBox 60">
            <a:extLst>
              <a:ext uri="{FF2B5EF4-FFF2-40B4-BE49-F238E27FC236}">
                <a16:creationId xmlns:a16="http://schemas.microsoft.com/office/drawing/2014/main" id="{A6E6C31F-098B-45F7-BEE5-8A51FA70D59F}"/>
              </a:ext>
            </a:extLst>
          </p:cNvPr>
          <p:cNvSpPr txBox="1"/>
          <p:nvPr/>
        </p:nvSpPr>
        <p:spPr>
          <a:xfrm>
            <a:off x="25021459" y="12321739"/>
            <a:ext cx="7192297" cy="461665"/>
          </a:xfrm>
          <a:prstGeom prst="rect">
            <a:avLst/>
          </a:prstGeom>
          <a:noFill/>
        </p:spPr>
        <p:txBody>
          <a:bodyPr wrap="square" rtlCol="0">
            <a:spAutoFit/>
          </a:bodyPr>
          <a:lstStyle>
            <a:defPPr>
              <a:defRPr kern="1200"/>
            </a:defPPr>
          </a:lstStyle>
          <a:p>
            <a:r>
              <a:rPr lang="en-US" sz="2400" dirty="0">
                <a:solidFill>
                  <a:srgbClr val="235078"/>
                </a:solidFill>
                <a:latin typeface="Libre Baskerville" panose="02000000000000000000" pitchFamily="2" charset="0"/>
              </a:rPr>
              <a:t>Future Work</a:t>
            </a:r>
          </a:p>
        </p:txBody>
      </p:sp>
      <p:sp>
        <p:nvSpPr>
          <p:cNvPr id="63" name="TextBox 62">
            <a:extLst>
              <a:ext uri="{FF2B5EF4-FFF2-40B4-BE49-F238E27FC236}">
                <a16:creationId xmlns:a16="http://schemas.microsoft.com/office/drawing/2014/main" id="{92D5F59B-F8CA-463C-871F-D1042309DE00}"/>
              </a:ext>
            </a:extLst>
          </p:cNvPr>
          <p:cNvSpPr txBox="1"/>
          <p:nvPr/>
        </p:nvSpPr>
        <p:spPr>
          <a:xfrm>
            <a:off x="609600" y="11419443"/>
            <a:ext cx="7192297" cy="584775"/>
          </a:xfrm>
          <a:prstGeom prst="rect">
            <a:avLst/>
          </a:prstGeom>
          <a:noFill/>
        </p:spPr>
        <p:txBody>
          <a:bodyPr wrap="square" rtlCol="0">
            <a:spAutoFit/>
          </a:bodyPr>
          <a:lstStyle>
            <a:defPPr>
              <a:defRPr kern="1200"/>
            </a:defPPr>
          </a:lstStyle>
          <a:p>
            <a:r>
              <a:rPr lang="en-US" sz="3200" dirty="0">
                <a:solidFill>
                  <a:srgbClr val="235078"/>
                </a:solidFill>
                <a:latin typeface="Libre Baskerville" panose="02000000000000000000" pitchFamily="2" charset="0"/>
              </a:rPr>
              <a:t>Backend Representation</a:t>
            </a:r>
          </a:p>
        </p:txBody>
      </p:sp>
      <p:sp>
        <p:nvSpPr>
          <p:cNvPr id="65" name="TextBox 64">
            <a:extLst>
              <a:ext uri="{FF2B5EF4-FFF2-40B4-BE49-F238E27FC236}">
                <a16:creationId xmlns:a16="http://schemas.microsoft.com/office/drawing/2014/main" id="{68744D3E-CEF9-4748-9719-25AAABF27BDD}"/>
              </a:ext>
            </a:extLst>
          </p:cNvPr>
          <p:cNvSpPr txBox="1"/>
          <p:nvPr/>
        </p:nvSpPr>
        <p:spPr>
          <a:xfrm>
            <a:off x="8802630" y="4795346"/>
            <a:ext cx="7192297" cy="584775"/>
          </a:xfrm>
          <a:prstGeom prst="rect">
            <a:avLst/>
          </a:prstGeom>
          <a:noFill/>
        </p:spPr>
        <p:txBody>
          <a:bodyPr wrap="square" rtlCol="0">
            <a:spAutoFit/>
          </a:bodyPr>
          <a:lstStyle>
            <a:defPPr>
              <a:defRPr kern="1200"/>
            </a:defPPr>
          </a:lstStyle>
          <a:p>
            <a:r>
              <a:rPr lang="en-US" sz="3200" dirty="0">
                <a:solidFill>
                  <a:srgbClr val="235078"/>
                </a:solidFill>
                <a:latin typeface="Libre Baskerville" panose="02000000000000000000" pitchFamily="2" charset="0"/>
              </a:rPr>
              <a:t>Existing work</a:t>
            </a:r>
          </a:p>
        </p:txBody>
      </p:sp>
      <p:sp>
        <p:nvSpPr>
          <p:cNvPr id="67" name="TextBox 66">
            <a:extLst>
              <a:ext uri="{FF2B5EF4-FFF2-40B4-BE49-F238E27FC236}">
                <a16:creationId xmlns:a16="http://schemas.microsoft.com/office/drawing/2014/main" id="{716F17B6-B5C7-4922-B9E2-CD14BD16A568}"/>
              </a:ext>
            </a:extLst>
          </p:cNvPr>
          <p:cNvSpPr txBox="1"/>
          <p:nvPr/>
        </p:nvSpPr>
        <p:spPr>
          <a:xfrm>
            <a:off x="8810249" y="11395419"/>
            <a:ext cx="7363542" cy="584775"/>
          </a:xfrm>
          <a:prstGeom prst="rect">
            <a:avLst/>
          </a:prstGeom>
          <a:noFill/>
        </p:spPr>
        <p:txBody>
          <a:bodyPr wrap="square" rtlCol="0">
            <a:spAutoFit/>
          </a:bodyPr>
          <a:lstStyle>
            <a:defPPr>
              <a:defRPr kern="1200"/>
            </a:defPPr>
          </a:lstStyle>
          <a:p>
            <a:r>
              <a:rPr lang="en-US" sz="3200" dirty="0">
                <a:solidFill>
                  <a:srgbClr val="235078"/>
                </a:solidFill>
                <a:latin typeface="Libre Baskerville" panose="02000000000000000000" pitchFamily="2" charset="0"/>
              </a:rPr>
              <a:t>Analysis of Packed Memory Array</a:t>
            </a:r>
          </a:p>
        </p:txBody>
      </p:sp>
      <p:sp>
        <p:nvSpPr>
          <p:cNvPr id="68" name="TextBox 67">
            <a:extLst>
              <a:ext uri="{FF2B5EF4-FFF2-40B4-BE49-F238E27FC236}">
                <a16:creationId xmlns:a16="http://schemas.microsoft.com/office/drawing/2014/main" id="{47F717BC-0897-4243-A282-98EF911708EA}"/>
              </a:ext>
            </a:extLst>
          </p:cNvPr>
          <p:cNvSpPr txBox="1"/>
          <p:nvPr/>
        </p:nvSpPr>
        <p:spPr>
          <a:xfrm>
            <a:off x="16915854" y="5830076"/>
            <a:ext cx="7192297" cy="276999"/>
          </a:xfrm>
          <a:prstGeom prst="rect">
            <a:avLst/>
          </a:prstGeom>
          <a:noFill/>
        </p:spPr>
        <p:txBody>
          <a:bodyPr wrap="square" rtlCol="0">
            <a:spAutoFit/>
          </a:bodyPr>
          <a:lstStyle>
            <a:defPPr>
              <a:defRPr kern="1200"/>
            </a:defPPr>
          </a:lstStyle>
          <a:p>
            <a:r>
              <a:rPr lang="en-US" sz="1200">
                <a:solidFill>
                  <a:srgbClr val="1482A5"/>
                </a:solidFill>
                <a:latin typeface="Montserrat Light" panose="00000400000000000000" pitchFamily="50" charset="0"/>
                <a:ea typeface="Open Sans" panose="020B0606030504020204" pitchFamily="34" charset="0"/>
                <a:cs typeface="Open Sans" panose="020B0606030504020204" pitchFamily="34" charset="0"/>
              </a:rPr>
              <a:t>Add your information, graphs and images to this section.</a:t>
            </a:r>
          </a:p>
        </p:txBody>
      </p:sp>
      <p:sp>
        <p:nvSpPr>
          <p:cNvPr id="69" name="TextBox 68">
            <a:extLst>
              <a:ext uri="{FF2B5EF4-FFF2-40B4-BE49-F238E27FC236}">
                <a16:creationId xmlns:a16="http://schemas.microsoft.com/office/drawing/2014/main" id="{27A0BB3C-427E-42CA-963C-DA612C8F2B9C}"/>
              </a:ext>
            </a:extLst>
          </p:cNvPr>
          <p:cNvSpPr txBox="1"/>
          <p:nvPr/>
        </p:nvSpPr>
        <p:spPr>
          <a:xfrm>
            <a:off x="16915854" y="5384801"/>
            <a:ext cx="7192297" cy="461665"/>
          </a:xfrm>
          <a:prstGeom prst="rect">
            <a:avLst/>
          </a:prstGeom>
          <a:noFill/>
        </p:spPr>
        <p:txBody>
          <a:bodyPr wrap="square" rtlCol="0">
            <a:spAutoFit/>
          </a:bodyPr>
          <a:lstStyle>
            <a:defPPr>
              <a:defRPr kern="1200"/>
            </a:defPPr>
          </a:lstStyle>
          <a:p>
            <a:r>
              <a:rPr lang="en-US" sz="2400">
                <a:solidFill>
                  <a:srgbClr val="235078"/>
                </a:solidFill>
                <a:latin typeface="Libre Baskerville" panose="02000000000000000000" pitchFamily="2" charset="0"/>
              </a:rPr>
              <a:t>Results</a:t>
            </a:r>
          </a:p>
        </p:txBody>
      </p:sp>
      <p:pic>
        <p:nvPicPr>
          <p:cNvPr id="3" name="Picture 2">
            <a:extLst>
              <a:ext uri="{FF2B5EF4-FFF2-40B4-BE49-F238E27FC236}">
                <a16:creationId xmlns:a16="http://schemas.microsoft.com/office/drawing/2014/main" id="{C750FDB7-7785-6688-1FB2-96A8DB09CF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242956" y="126101"/>
            <a:ext cx="3970800" cy="3734911"/>
          </a:xfrm>
          <a:prstGeom prst="rect">
            <a:avLst/>
          </a:prstGeom>
        </p:spPr>
      </p:pic>
      <p:pic>
        <p:nvPicPr>
          <p:cNvPr id="7" name="Picture 6">
            <a:extLst>
              <a:ext uri="{FF2B5EF4-FFF2-40B4-BE49-F238E27FC236}">
                <a16:creationId xmlns:a16="http://schemas.microsoft.com/office/drawing/2014/main" id="{65D86EBD-8CCF-FD48-8DA2-A4165726462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0600" y="564137"/>
            <a:ext cx="3110098" cy="3110098"/>
          </a:xfrm>
          <a:prstGeom prst="rect">
            <a:avLst/>
          </a:prstGeom>
        </p:spPr>
      </p:pic>
      <p:sp>
        <p:nvSpPr>
          <p:cNvPr id="8" name="TextBox 7">
            <a:extLst>
              <a:ext uri="{FF2B5EF4-FFF2-40B4-BE49-F238E27FC236}">
                <a16:creationId xmlns:a16="http://schemas.microsoft.com/office/drawing/2014/main" id="{8199EF30-5A5F-DDF8-72DB-AFC853231AB7}"/>
              </a:ext>
            </a:extLst>
          </p:cNvPr>
          <p:cNvSpPr txBox="1"/>
          <p:nvPr/>
        </p:nvSpPr>
        <p:spPr>
          <a:xfrm>
            <a:off x="8844662" y="5477131"/>
            <a:ext cx="7192297" cy="4524315"/>
          </a:xfrm>
          <a:prstGeom prst="rect">
            <a:avLst/>
          </a:prstGeom>
          <a:noFill/>
        </p:spPr>
        <p:txBody>
          <a:bodyPr wrap="square" rtlCol="0">
            <a:spAutoFit/>
          </a:bodyPr>
          <a:lstStyle>
            <a:defPPr>
              <a:defRPr kern="1200"/>
            </a:defPPr>
          </a:lstStyle>
          <a:p>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Several tools currently exist for graph visualization and analysis. </a:t>
            </a:r>
            <a:r>
              <a:rPr lang="en-US" sz="2400" b="1"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Gephi</a:t>
            </a:r>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is widely used for graph analysis offering a wide variety of visual statistics. </a:t>
            </a:r>
            <a:r>
              <a:rPr lang="en-US" sz="2400" b="1" dirty="0" err="1">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GraphViz</a:t>
            </a:r>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focuses on graphing layouts with a scripting interface, but lacks a user interface. 	</a:t>
            </a:r>
            <a:r>
              <a:rPr lang="en-US" sz="2400" b="1" dirty="0" err="1">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NetSim</a:t>
            </a:r>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draws inspiration from these tools targeting an interactive and accessible experience for the user. Some further similarities include a graph representation table which shows the nodes and edges which are in a graph. </a:t>
            </a:r>
          </a:p>
        </p:txBody>
      </p:sp>
      <p:sp>
        <p:nvSpPr>
          <p:cNvPr id="9" name="TextBox 8">
            <a:extLst>
              <a:ext uri="{FF2B5EF4-FFF2-40B4-BE49-F238E27FC236}">
                <a16:creationId xmlns:a16="http://schemas.microsoft.com/office/drawing/2014/main" id="{E20AC62B-AB61-5C3F-4995-42D36A720B30}"/>
              </a:ext>
            </a:extLst>
          </p:cNvPr>
          <p:cNvSpPr txBox="1"/>
          <p:nvPr/>
        </p:nvSpPr>
        <p:spPr>
          <a:xfrm>
            <a:off x="697025" y="11982087"/>
            <a:ext cx="7192297" cy="9694962"/>
          </a:xfrm>
          <a:prstGeom prst="rect">
            <a:avLst/>
          </a:prstGeom>
          <a:noFill/>
        </p:spPr>
        <p:txBody>
          <a:bodyPr wrap="square" rtlCol="0">
            <a:spAutoFit/>
          </a:bodyPr>
          <a:lstStyle>
            <a:defPPr>
              <a:defRPr kern="1200"/>
            </a:defPPr>
          </a:lstStyle>
          <a:p>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a:t>
            </a:r>
            <a:r>
              <a:rPr lang="en-US" sz="2400" dirty="0">
                <a:solidFill>
                  <a:schemeClr val="bg2">
                    <a:lumMod val="25000"/>
                  </a:schemeClr>
                </a:solidFill>
                <a:latin typeface="Libre Baskerville" panose="02000000000000000000" pitchFamily="2" charset="0"/>
              </a:rPr>
              <a:t>There are several common ways to represent a graph in code. An </a:t>
            </a:r>
            <a:r>
              <a:rPr lang="en-US" sz="2400" b="1" dirty="0">
                <a:solidFill>
                  <a:schemeClr val="bg2">
                    <a:lumMod val="25000"/>
                  </a:schemeClr>
                </a:solidFill>
                <a:latin typeface="Libre Baskerville" panose="02000000000000000000" pitchFamily="2" charset="0"/>
              </a:rPr>
              <a:t>adjacency</a:t>
            </a:r>
            <a:r>
              <a:rPr lang="en-US" sz="2400" dirty="0">
                <a:solidFill>
                  <a:schemeClr val="bg2">
                    <a:lumMod val="25000"/>
                  </a:schemeClr>
                </a:solidFill>
                <a:latin typeface="Libre Baskerville" panose="02000000000000000000" pitchFamily="2" charset="0"/>
              </a:rPr>
              <a:t> </a:t>
            </a:r>
            <a:r>
              <a:rPr lang="en-US" sz="2400" b="1" dirty="0">
                <a:solidFill>
                  <a:schemeClr val="bg2">
                    <a:lumMod val="25000"/>
                  </a:schemeClr>
                </a:solidFill>
                <a:latin typeface="Libre Baskerville" panose="02000000000000000000" pitchFamily="2" charset="0"/>
              </a:rPr>
              <a:t>matrix</a:t>
            </a:r>
            <a:r>
              <a:rPr lang="en-US" sz="2400" dirty="0">
                <a:solidFill>
                  <a:schemeClr val="bg2">
                    <a:lumMod val="25000"/>
                  </a:schemeClr>
                </a:solidFill>
                <a:latin typeface="Libre Baskerville" panose="02000000000000000000" pitchFamily="2" charset="0"/>
              </a:rPr>
              <a:t> stores edge relationships in an </a:t>
            </a:r>
            <a:r>
              <a:rPr lang="en-US" sz="2400" dirty="0" err="1">
                <a:solidFill>
                  <a:schemeClr val="bg2">
                    <a:lumMod val="25000"/>
                  </a:schemeClr>
                </a:solidFill>
                <a:latin typeface="Libre Baskerville" panose="02000000000000000000" pitchFamily="2" charset="0"/>
              </a:rPr>
              <a:t>NxN</a:t>
            </a:r>
            <a:r>
              <a:rPr lang="en-US" sz="2400" dirty="0">
                <a:solidFill>
                  <a:schemeClr val="bg2">
                    <a:lumMod val="25000"/>
                  </a:schemeClr>
                </a:solidFill>
                <a:latin typeface="Libre Baskerville" panose="02000000000000000000" pitchFamily="2" charset="0"/>
              </a:rPr>
              <a:t> </a:t>
            </a:r>
            <a:r>
              <a:rPr lang="en-US" sz="2400" dirty="0" err="1">
                <a:solidFill>
                  <a:schemeClr val="bg2">
                    <a:lumMod val="25000"/>
                  </a:schemeClr>
                </a:solidFill>
                <a:latin typeface="Libre Baskerville" panose="02000000000000000000" pitchFamily="2" charset="0"/>
              </a:rPr>
              <a:t>boolean</a:t>
            </a:r>
            <a:r>
              <a:rPr lang="en-US" sz="2400" dirty="0">
                <a:solidFill>
                  <a:schemeClr val="bg2">
                    <a:lumMod val="25000"/>
                  </a:schemeClr>
                </a:solidFill>
                <a:latin typeface="Libre Baskerville" panose="02000000000000000000" pitchFamily="2" charset="0"/>
              </a:rPr>
              <a:t> grid. Simple to query, but </a:t>
            </a:r>
            <a:r>
              <a:rPr lang="en-US" sz="2400" b="1" dirty="0">
                <a:solidFill>
                  <a:schemeClr val="bg2">
                    <a:lumMod val="25000"/>
                  </a:schemeClr>
                </a:solidFill>
                <a:latin typeface="Libre Baskerville" panose="02000000000000000000" pitchFamily="2" charset="0"/>
              </a:rPr>
              <a:t>O(N²) </a:t>
            </a:r>
            <a:r>
              <a:rPr lang="en-US" sz="2400" dirty="0">
                <a:solidFill>
                  <a:schemeClr val="bg2">
                    <a:lumMod val="25000"/>
                  </a:schemeClr>
                </a:solidFill>
                <a:latin typeface="Libre Baskerville" panose="02000000000000000000" pitchFamily="2" charset="0"/>
              </a:rPr>
              <a:t>in memory, making it impractical for large graphs. An </a:t>
            </a:r>
            <a:r>
              <a:rPr lang="en-US" sz="2400" b="1" dirty="0">
                <a:solidFill>
                  <a:schemeClr val="bg2">
                    <a:lumMod val="25000"/>
                  </a:schemeClr>
                </a:solidFill>
                <a:latin typeface="Libre Baskerville" panose="02000000000000000000" pitchFamily="2" charset="0"/>
              </a:rPr>
              <a:t>adjacency list </a:t>
            </a:r>
            <a:r>
              <a:rPr lang="en-US" sz="2400" dirty="0">
                <a:solidFill>
                  <a:schemeClr val="bg2">
                    <a:lumMod val="25000"/>
                  </a:schemeClr>
                </a:solidFill>
                <a:latin typeface="Libre Baskerville" panose="02000000000000000000" pitchFamily="2" charset="0"/>
              </a:rPr>
              <a:t>improves on this by storing only existing edges per node, but has a slow edge look up. For a tool designed to handle large real-world networks, neither approach is ideal.</a:t>
            </a:r>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a:t>
            </a:r>
          </a:p>
          <a:p>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The solution is a Pack Memory Array (</a:t>
            </a:r>
            <a:r>
              <a:rPr lang="en-US" sz="2400" b="1"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PMA</a:t>
            </a:r>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a single block of memory which holds all edge information. We start with 2 lists, one holding nodes and the other holding edges. Each node can be found based on its index/ID and holds 2 integers: an </a:t>
            </a:r>
            <a:r>
              <a:rPr lang="en-US" sz="2400" b="1"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edge index </a:t>
            </a:r>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pointing to the start of its edges in the edge list and a </a:t>
            </a:r>
            <a:r>
              <a:rPr lang="en-US" sz="2400" b="1"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degree</a:t>
            </a:r>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indicating how many edges it has. Edges are simply 1 integer which holds its destination nodes ID and a label. Edges are sorted which allows for a </a:t>
            </a:r>
            <a:r>
              <a:rPr lang="en-US" sz="2400" b="1"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binary look-up (O(log deg)). </a:t>
            </a:r>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Each node is also allocated </a:t>
            </a:r>
            <a:r>
              <a:rPr lang="en-US" sz="2400" b="1"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additional space </a:t>
            </a:r>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within the edge array allowing room for new edges to be added without having to restructure the array on every edge addition.</a:t>
            </a:r>
          </a:p>
        </p:txBody>
      </p:sp>
      <p:pic>
        <p:nvPicPr>
          <p:cNvPr id="11" name="Picture 10">
            <a:extLst>
              <a:ext uri="{FF2B5EF4-FFF2-40B4-BE49-F238E27FC236}">
                <a16:creationId xmlns:a16="http://schemas.microsoft.com/office/drawing/2014/main" id="{F51C8DFF-8FB8-0BE1-6E3E-CD7B8116B739}"/>
              </a:ext>
            </a:extLst>
          </p:cNvPr>
          <p:cNvPicPr>
            <a:picLocks noChangeAspect="1"/>
          </p:cNvPicPr>
          <p:nvPr/>
        </p:nvPicPr>
        <p:blipFill>
          <a:blip r:embed="rId5"/>
          <a:stretch>
            <a:fillRect/>
          </a:stretch>
        </p:blipFill>
        <p:spPr>
          <a:xfrm>
            <a:off x="8674200" y="18749469"/>
            <a:ext cx="7479734" cy="2313051"/>
          </a:xfrm>
          <a:prstGeom prst="rect">
            <a:avLst/>
          </a:prstGeom>
        </p:spPr>
      </p:pic>
      <p:sp>
        <p:nvSpPr>
          <p:cNvPr id="13" name="TextBox 12">
            <a:extLst>
              <a:ext uri="{FF2B5EF4-FFF2-40B4-BE49-F238E27FC236}">
                <a16:creationId xmlns:a16="http://schemas.microsoft.com/office/drawing/2014/main" id="{04365800-FA73-77CE-5F9A-923BA7C72391}"/>
              </a:ext>
            </a:extLst>
          </p:cNvPr>
          <p:cNvSpPr txBox="1"/>
          <p:nvPr/>
        </p:nvSpPr>
        <p:spPr>
          <a:xfrm>
            <a:off x="8747542" y="12041664"/>
            <a:ext cx="7192297" cy="461665"/>
          </a:xfrm>
          <a:prstGeom prst="rect">
            <a:avLst/>
          </a:prstGeom>
          <a:noFill/>
        </p:spPr>
        <p:txBody>
          <a:bodyPr wrap="square" rtlCol="0">
            <a:spAutoFit/>
          </a:bodyPr>
          <a:lstStyle>
            <a:defPPr>
              <a:defRPr kern="1200"/>
            </a:defPPr>
          </a:lstStyle>
          <a:p>
            <a:r>
              <a:rPr lang="en-US" sz="24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	</a:t>
            </a:r>
          </a:p>
        </p:txBody>
      </p:sp>
      <p:graphicFrame>
        <p:nvGraphicFramePr>
          <p:cNvPr id="14" name="Table 13">
            <a:extLst>
              <a:ext uri="{FF2B5EF4-FFF2-40B4-BE49-F238E27FC236}">
                <a16:creationId xmlns:a16="http://schemas.microsoft.com/office/drawing/2014/main" id="{03B0747B-3A71-32DA-2383-E9FE4FBC7E07}"/>
              </a:ext>
            </a:extLst>
          </p:cNvPr>
          <p:cNvGraphicFramePr>
            <a:graphicFrameLocks noGrp="1"/>
          </p:cNvGraphicFramePr>
          <p:nvPr>
            <p:extLst>
              <p:ext uri="{D42A27DB-BD31-4B8C-83A1-F6EECF244321}">
                <p14:modId xmlns:p14="http://schemas.microsoft.com/office/powerpoint/2010/main" val="2568261082"/>
              </p:ext>
            </p:extLst>
          </p:nvPr>
        </p:nvGraphicFramePr>
        <p:xfrm>
          <a:off x="8755980" y="12039600"/>
          <a:ext cx="7300836" cy="5640352"/>
        </p:xfrm>
        <a:graphic>
          <a:graphicData uri="http://schemas.openxmlformats.org/drawingml/2006/table">
            <a:tbl>
              <a:tblPr firstRow="1" bandRow="1">
                <a:tableStyleId>{D27102A9-8310-4765-A935-A1911B00CA55}</a:tableStyleId>
              </a:tblPr>
              <a:tblGrid>
                <a:gridCol w="1825209">
                  <a:extLst>
                    <a:ext uri="{9D8B030D-6E8A-4147-A177-3AD203B41FA5}">
                      <a16:colId xmlns:a16="http://schemas.microsoft.com/office/drawing/2014/main" val="2279374263"/>
                    </a:ext>
                  </a:extLst>
                </a:gridCol>
                <a:gridCol w="1825209">
                  <a:extLst>
                    <a:ext uri="{9D8B030D-6E8A-4147-A177-3AD203B41FA5}">
                      <a16:colId xmlns:a16="http://schemas.microsoft.com/office/drawing/2014/main" val="2344400314"/>
                    </a:ext>
                  </a:extLst>
                </a:gridCol>
                <a:gridCol w="1825209">
                  <a:extLst>
                    <a:ext uri="{9D8B030D-6E8A-4147-A177-3AD203B41FA5}">
                      <a16:colId xmlns:a16="http://schemas.microsoft.com/office/drawing/2014/main" val="1915494831"/>
                    </a:ext>
                  </a:extLst>
                </a:gridCol>
                <a:gridCol w="1825209">
                  <a:extLst>
                    <a:ext uri="{9D8B030D-6E8A-4147-A177-3AD203B41FA5}">
                      <a16:colId xmlns:a16="http://schemas.microsoft.com/office/drawing/2014/main" val="670462783"/>
                    </a:ext>
                  </a:extLst>
                </a:gridCol>
              </a:tblGrid>
              <a:tr h="801092">
                <a:tc>
                  <a:txBody>
                    <a:bodyPr/>
                    <a:lstStyle/>
                    <a:p>
                      <a:pPr algn="ctr"/>
                      <a:r>
                        <a:rPr lang="en-US" sz="2400" dirty="0">
                          <a:solidFill>
                            <a:schemeClr val="bg2">
                              <a:lumMod val="25000"/>
                            </a:schemeClr>
                          </a:solidFill>
                          <a:latin typeface="Libre Baskerville" panose="02000000000000000000" pitchFamily="2" charset="0"/>
                        </a:rPr>
                        <a:t>Op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400" dirty="0">
                          <a:solidFill>
                            <a:schemeClr val="bg2">
                              <a:lumMod val="25000"/>
                            </a:schemeClr>
                          </a:solidFill>
                          <a:latin typeface="Libre Baskerville" panose="02000000000000000000" pitchFamily="2" charset="0"/>
                        </a:rPr>
                        <a:t>Adj</a:t>
                      </a:r>
                    </a:p>
                    <a:p>
                      <a:pPr algn="ctr"/>
                      <a:r>
                        <a:rPr lang="en-US" sz="2400" dirty="0">
                          <a:solidFill>
                            <a:schemeClr val="bg2">
                              <a:lumMod val="25000"/>
                            </a:schemeClr>
                          </a:solidFill>
                          <a:latin typeface="Libre Baskerville" panose="02000000000000000000" pitchFamily="2" charset="0"/>
                        </a:rPr>
                        <a:t>Matrix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400" dirty="0">
                          <a:solidFill>
                            <a:schemeClr val="bg2">
                              <a:lumMod val="25000"/>
                            </a:schemeClr>
                          </a:solidFill>
                          <a:latin typeface="Libre Baskerville" panose="02000000000000000000" pitchFamily="2" charset="0"/>
                        </a:rPr>
                        <a:t>Adj</a:t>
                      </a:r>
                    </a:p>
                    <a:p>
                      <a:pPr algn="ctr"/>
                      <a:r>
                        <a:rPr lang="en-US" sz="2400" dirty="0">
                          <a:solidFill>
                            <a:schemeClr val="bg2">
                              <a:lumMod val="25000"/>
                            </a:schemeClr>
                          </a:solidFill>
                          <a:latin typeface="Libre Baskerville" panose="02000000000000000000" pitchFamily="2" charset="0"/>
                        </a:rPr>
                        <a:t>List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400" dirty="0">
                          <a:solidFill>
                            <a:schemeClr val="bg2">
                              <a:lumMod val="25000"/>
                            </a:schemeClr>
                          </a:solidFill>
                          <a:latin typeface="Libre Baskerville" panose="02000000000000000000" pitchFamily="2" charset="0"/>
                        </a:rPr>
                        <a:t>PMA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5434285"/>
                  </a:ext>
                </a:extLst>
              </a:tr>
              <a:tr h="678568">
                <a:tc>
                  <a:txBody>
                    <a:bodyPr/>
                    <a:lstStyle/>
                    <a:p>
                      <a:pPr algn="ctr"/>
                      <a:r>
                        <a:rPr lang="en-US" sz="2000" dirty="0">
                          <a:solidFill>
                            <a:schemeClr val="bg2">
                              <a:lumMod val="25000"/>
                            </a:schemeClr>
                          </a:solidFill>
                          <a:latin typeface="Libre Baskerville" panose="02000000000000000000" pitchFamily="2" charset="0"/>
                        </a:rPr>
                        <a:t>Edge Insert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O(log</a:t>
                      </a:r>
                      <a:r>
                        <a:rPr lang="en-US" sz="2000" b="0" dirty="0">
                          <a:solidFill>
                            <a:schemeClr val="bg2">
                              <a:lumMod val="25000"/>
                            </a:schemeClr>
                          </a:solidFill>
                          <a:latin typeface="Libre Baskerville" panose="02000000000000000000" pitchFamily="2" charset="0"/>
                        </a:rPr>
                        <a:t>²(V+E)</a:t>
                      </a:r>
                      <a:endParaRPr lang="en-US" sz="2000" dirty="0">
                        <a:solidFill>
                          <a:schemeClr val="bg2">
                            <a:lumMod val="25000"/>
                          </a:schemeClr>
                        </a:solidFill>
                        <a:latin typeface="Libre Baskerville"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9872472"/>
                  </a:ext>
                </a:extLst>
              </a:tr>
              <a:tr h="678568">
                <a:tc>
                  <a:txBody>
                    <a:bodyPr/>
                    <a:lstStyle/>
                    <a:p>
                      <a:pPr algn="ctr"/>
                      <a:r>
                        <a:rPr lang="en-US" sz="2000" dirty="0">
                          <a:solidFill>
                            <a:schemeClr val="bg2">
                              <a:lumMod val="25000"/>
                            </a:schemeClr>
                          </a:solidFill>
                          <a:latin typeface="Libre Baskerville" panose="02000000000000000000" pitchFamily="2" charset="0"/>
                        </a:rPr>
                        <a:t>Edge Delete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09630" rtl="0" eaLnBrk="1" fontAlgn="auto" latinLnBrk="0" hangingPunct="1">
                        <a:lnSpc>
                          <a:spcPct val="100000"/>
                        </a:lnSpc>
                        <a:spcBef>
                          <a:spcPts val="0"/>
                        </a:spcBef>
                        <a:spcAft>
                          <a:spcPts val="0"/>
                        </a:spcAft>
                        <a:buClrTx/>
                        <a:buSzTx/>
                        <a:buFontTx/>
                        <a:buNone/>
                        <a:tabLst/>
                        <a:defRPr/>
                      </a:pPr>
                      <a:r>
                        <a:rPr lang="en-US" sz="2000" dirty="0">
                          <a:solidFill>
                            <a:schemeClr val="bg2">
                              <a:lumMod val="25000"/>
                            </a:schemeClr>
                          </a:solidFill>
                          <a:latin typeface="Libre Baskerville" panose="02000000000000000000" pitchFamily="2" charset="0"/>
                        </a:rPr>
                        <a:t>O(log</a:t>
                      </a:r>
                      <a:r>
                        <a:rPr lang="en-US" sz="2000" b="0" dirty="0">
                          <a:solidFill>
                            <a:schemeClr val="bg2">
                              <a:lumMod val="25000"/>
                            </a:schemeClr>
                          </a:solidFill>
                          <a:latin typeface="Libre Baskerville" panose="02000000000000000000" pitchFamily="2" charset="0"/>
                        </a:rPr>
                        <a:t>²(V+E)</a:t>
                      </a:r>
                      <a:endParaRPr lang="en-US" sz="2000" dirty="0">
                        <a:solidFill>
                          <a:schemeClr val="bg2">
                            <a:lumMod val="25000"/>
                          </a:schemeClr>
                        </a:solidFill>
                        <a:latin typeface="Libre Baskerville"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24088728"/>
                  </a:ext>
                </a:extLst>
              </a:tr>
              <a:tr h="682412">
                <a:tc>
                  <a:txBody>
                    <a:bodyPr/>
                    <a:lstStyle/>
                    <a:p>
                      <a:pPr algn="ctr"/>
                      <a:r>
                        <a:rPr lang="en-US" sz="2000" dirty="0">
                          <a:solidFill>
                            <a:schemeClr val="bg2">
                              <a:lumMod val="25000"/>
                            </a:schemeClr>
                          </a:solidFill>
                          <a:latin typeface="Libre Baskerville" panose="02000000000000000000" pitchFamily="2" charset="0"/>
                        </a:rPr>
                        <a:t>Edge Lookup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O(deg)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O(log deg)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3526827"/>
                  </a:ext>
                </a:extLst>
              </a:tr>
              <a:tr h="678568">
                <a:tc>
                  <a:txBody>
                    <a:bodyPr/>
                    <a:lstStyle/>
                    <a:p>
                      <a:pPr algn="ctr"/>
                      <a:r>
                        <a:rPr lang="en-US" sz="2000" dirty="0">
                          <a:solidFill>
                            <a:schemeClr val="bg2">
                              <a:lumMod val="25000"/>
                            </a:schemeClr>
                          </a:solidFill>
                          <a:latin typeface="Libre Baskerville" panose="02000000000000000000" pitchFamily="2" charset="0"/>
                        </a:rPr>
                        <a:t>Node insert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a:t>
                      </a:r>
                      <a:r>
                        <a:rPr lang="en-US" sz="2000" b="0" dirty="0">
                          <a:solidFill>
                            <a:schemeClr val="bg2">
                              <a:lumMod val="25000"/>
                            </a:schemeClr>
                          </a:solidFill>
                          <a:latin typeface="Libre Baskerville" panose="02000000000000000000" pitchFamily="2" charset="0"/>
                        </a:rPr>
                        <a:t>V²)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09630" rtl="0" eaLnBrk="1" fontAlgn="auto" latinLnBrk="0" hangingPunct="1">
                        <a:lnSpc>
                          <a:spcPct val="100000"/>
                        </a:lnSpc>
                        <a:spcBef>
                          <a:spcPts val="0"/>
                        </a:spcBef>
                        <a:spcAft>
                          <a:spcPts val="0"/>
                        </a:spcAft>
                        <a:buClrTx/>
                        <a:buSzTx/>
                        <a:buFontTx/>
                        <a:buNone/>
                        <a:tabLst/>
                        <a:defRPr/>
                      </a:pPr>
                      <a:r>
                        <a:rPr lang="en-US" sz="2000" dirty="0">
                          <a:solidFill>
                            <a:schemeClr val="bg2">
                              <a:lumMod val="25000"/>
                            </a:schemeClr>
                          </a:solidFill>
                          <a:latin typeface="Libre Baskerville" panose="02000000000000000000" pitchFamily="2" charset="0"/>
                        </a:rPr>
                        <a:t>O(log</a:t>
                      </a:r>
                      <a:r>
                        <a:rPr lang="en-US" sz="2000" b="0" dirty="0">
                          <a:solidFill>
                            <a:schemeClr val="bg2">
                              <a:lumMod val="25000"/>
                            </a:schemeClr>
                          </a:solidFill>
                          <a:latin typeface="Libre Baskerville" panose="02000000000000000000" pitchFamily="2" charset="0"/>
                        </a:rPr>
                        <a:t>²(V+E)</a:t>
                      </a:r>
                      <a:endParaRPr lang="en-US" sz="2000" dirty="0">
                        <a:solidFill>
                          <a:schemeClr val="bg2">
                            <a:lumMod val="25000"/>
                          </a:schemeClr>
                        </a:solidFill>
                        <a:latin typeface="Libre Baskerville"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1783347"/>
                  </a:ext>
                </a:extLst>
              </a:tr>
              <a:tr h="678568">
                <a:tc>
                  <a:txBody>
                    <a:bodyPr/>
                    <a:lstStyle/>
                    <a:p>
                      <a:pPr algn="ctr"/>
                      <a:r>
                        <a:rPr lang="en-US" sz="2000" dirty="0">
                          <a:solidFill>
                            <a:schemeClr val="bg2">
                              <a:lumMod val="25000"/>
                            </a:schemeClr>
                          </a:solidFill>
                          <a:latin typeface="Libre Baskerville" panose="02000000000000000000" pitchFamily="2" charset="0"/>
                        </a:rPr>
                        <a:t>Node Delete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09630" rtl="0" eaLnBrk="1" fontAlgn="auto" latinLnBrk="0" hangingPunct="1">
                        <a:lnSpc>
                          <a:spcPct val="100000"/>
                        </a:lnSpc>
                        <a:spcBef>
                          <a:spcPts val="0"/>
                        </a:spcBef>
                        <a:spcAft>
                          <a:spcPts val="0"/>
                        </a:spcAft>
                        <a:buClrTx/>
                        <a:buSzTx/>
                        <a:buFontTx/>
                        <a:buNone/>
                        <a:tabLst/>
                        <a:defRPr/>
                      </a:pPr>
                      <a:r>
                        <a:rPr lang="en-US" sz="2000" dirty="0">
                          <a:solidFill>
                            <a:schemeClr val="bg2">
                              <a:lumMod val="25000"/>
                            </a:schemeClr>
                          </a:solidFill>
                          <a:latin typeface="Libre Baskerville" panose="02000000000000000000" pitchFamily="2" charset="0"/>
                        </a:rPr>
                        <a:t>O(</a:t>
                      </a:r>
                      <a:r>
                        <a:rPr lang="en-US" sz="2000" b="0" dirty="0">
                          <a:solidFill>
                            <a:schemeClr val="bg2">
                              <a:lumMod val="25000"/>
                            </a:schemeClr>
                          </a:solidFill>
                          <a:latin typeface="Libre Baskerville" panose="02000000000000000000" pitchFamily="2" charset="0"/>
                        </a:rPr>
                        <a:t>V²)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09630" rtl="0" eaLnBrk="1" fontAlgn="auto" latinLnBrk="0" hangingPunct="1">
                        <a:lnSpc>
                          <a:spcPct val="100000"/>
                        </a:lnSpc>
                        <a:spcBef>
                          <a:spcPts val="0"/>
                        </a:spcBef>
                        <a:spcAft>
                          <a:spcPts val="0"/>
                        </a:spcAft>
                        <a:buClrTx/>
                        <a:buSzTx/>
                        <a:buFontTx/>
                        <a:buNone/>
                        <a:tabLst/>
                        <a:defRPr/>
                      </a:pPr>
                      <a:r>
                        <a:rPr lang="en-US" sz="2000" dirty="0">
                          <a:solidFill>
                            <a:schemeClr val="bg2">
                              <a:lumMod val="25000"/>
                            </a:schemeClr>
                          </a:solidFill>
                          <a:latin typeface="Libre Baskerville" panose="02000000000000000000" pitchFamily="2" charset="0"/>
                        </a:rPr>
                        <a:t>O(log</a:t>
                      </a:r>
                      <a:r>
                        <a:rPr lang="en-US" sz="2000" b="0" dirty="0">
                          <a:solidFill>
                            <a:schemeClr val="bg2">
                              <a:lumMod val="25000"/>
                            </a:schemeClr>
                          </a:solidFill>
                          <a:latin typeface="Libre Baskerville" panose="02000000000000000000" pitchFamily="2" charset="0"/>
                        </a:rPr>
                        <a:t>²(V+E)</a:t>
                      </a:r>
                      <a:endParaRPr lang="en-US" sz="2000" dirty="0">
                        <a:solidFill>
                          <a:schemeClr val="bg2">
                            <a:lumMod val="25000"/>
                          </a:schemeClr>
                        </a:solidFill>
                        <a:latin typeface="Libre Baskerville"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2443402"/>
                  </a:ext>
                </a:extLst>
              </a:tr>
              <a:tr h="682412">
                <a:tc>
                  <a:txBody>
                    <a:bodyPr/>
                    <a:lstStyle/>
                    <a:p>
                      <a:pPr algn="ctr"/>
                      <a:r>
                        <a:rPr lang="en-US" sz="2000" dirty="0">
                          <a:solidFill>
                            <a:schemeClr val="bg2">
                              <a:lumMod val="25000"/>
                            </a:schemeClr>
                          </a:solidFill>
                          <a:latin typeface="Libre Baskerville" panose="02000000000000000000" pitchFamily="2" charset="0"/>
                        </a:rPr>
                        <a:t>Node Lookup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4437838"/>
                  </a:ext>
                </a:extLst>
              </a:tr>
              <a:tr h="682412">
                <a:tc>
                  <a:txBody>
                    <a:bodyPr/>
                    <a:lstStyle/>
                    <a:p>
                      <a:pPr algn="ctr"/>
                      <a:r>
                        <a:rPr lang="en-US" sz="2000" dirty="0">
                          <a:solidFill>
                            <a:schemeClr val="bg2">
                              <a:lumMod val="25000"/>
                            </a:schemeClr>
                          </a:solidFill>
                          <a:latin typeface="Libre Baskerville" panose="02000000000000000000" pitchFamily="2" charset="0"/>
                        </a:rPr>
                        <a:t>Memory Usage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09630" rtl="0" eaLnBrk="1" fontAlgn="auto" latinLnBrk="0" hangingPunct="1">
                        <a:lnSpc>
                          <a:spcPct val="100000"/>
                        </a:lnSpc>
                        <a:spcBef>
                          <a:spcPts val="0"/>
                        </a:spcBef>
                        <a:spcAft>
                          <a:spcPts val="0"/>
                        </a:spcAft>
                        <a:buClrTx/>
                        <a:buSzTx/>
                        <a:buFontTx/>
                        <a:buNone/>
                        <a:tabLst/>
                        <a:defRPr/>
                      </a:pPr>
                      <a:r>
                        <a:rPr lang="en-US" sz="2000" dirty="0">
                          <a:solidFill>
                            <a:schemeClr val="bg2">
                              <a:lumMod val="25000"/>
                            </a:schemeClr>
                          </a:solidFill>
                          <a:latin typeface="Libre Baskerville" panose="02000000000000000000" pitchFamily="2" charset="0"/>
                        </a:rPr>
                        <a:t>O(</a:t>
                      </a:r>
                      <a:r>
                        <a:rPr lang="en-US" sz="2000" b="0" dirty="0">
                          <a:solidFill>
                            <a:schemeClr val="bg2">
                              <a:lumMod val="25000"/>
                            </a:schemeClr>
                          </a:solidFill>
                          <a:latin typeface="Libre Baskerville" panose="02000000000000000000" pitchFamily="2" charset="0"/>
                        </a:rPr>
                        <a:t>V²)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000" dirty="0">
                          <a:solidFill>
                            <a:schemeClr val="bg2">
                              <a:lumMod val="25000"/>
                            </a:schemeClr>
                          </a:solidFill>
                          <a:latin typeface="Libre Baskerville" panose="02000000000000000000" pitchFamily="2" charset="0"/>
                        </a:rPr>
                        <a:t>O(V+E)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1484575"/>
                  </a:ext>
                </a:extLst>
              </a:tr>
            </a:tbl>
          </a:graphicData>
        </a:graphic>
      </p:graphicFrame>
      <p:sp>
        <p:nvSpPr>
          <p:cNvPr id="15" name="TextBox 14">
            <a:extLst>
              <a:ext uri="{FF2B5EF4-FFF2-40B4-BE49-F238E27FC236}">
                <a16:creationId xmlns:a16="http://schemas.microsoft.com/office/drawing/2014/main" id="{4D520D9A-D431-A12B-B0EF-6DC3B39B2060}"/>
              </a:ext>
            </a:extLst>
          </p:cNvPr>
          <p:cNvSpPr txBox="1"/>
          <p:nvPr/>
        </p:nvSpPr>
        <p:spPr>
          <a:xfrm>
            <a:off x="8760989" y="17838355"/>
            <a:ext cx="7426249" cy="707886"/>
          </a:xfrm>
          <a:prstGeom prst="rect">
            <a:avLst/>
          </a:prstGeom>
          <a:noFill/>
        </p:spPr>
        <p:txBody>
          <a:bodyPr wrap="square" rtlCol="0">
            <a:spAutoFit/>
          </a:bodyPr>
          <a:lstStyle>
            <a:defPPr>
              <a:defRPr kern="1200"/>
            </a:defPPr>
          </a:lstStyle>
          <a:p>
            <a:r>
              <a:rPr lang="en-US" sz="2000" b="1"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Figure 1: </a:t>
            </a:r>
            <a:r>
              <a:rPr lang="en-US" sz="20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Complexity comparisons between Adjacency matrix, Adjacency List, and PMA</a:t>
            </a:r>
          </a:p>
        </p:txBody>
      </p:sp>
      <p:sp>
        <p:nvSpPr>
          <p:cNvPr id="16" name="TextBox 15">
            <a:extLst>
              <a:ext uri="{FF2B5EF4-FFF2-40B4-BE49-F238E27FC236}">
                <a16:creationId xmlns:a16="http://schemas.microsoft.com/office/drawing/2014/main" id="{A5E96767-013C-4A23-3983-1BC25185101D}"/>
              </a:ext>
            </a:extLst>
          </p:cNvPr>
          <p:cNvSpPr txBox="1"/>
          <p:nvPr/>
        </p:nvSpPr>
        <p:spPr>
          <a:xfrm>
            <a:off x="8727685" y="21062520"/>
            <a:ext cx="7426249" cy="400110"/>
          </a:xfrm>
          <a:prstGeom prst="rect">
            <a:avLst/>
          </a:prstGeom>
          <a:noFill/>
        </p:spPr>
        <p:txBody>
          <a:bodyPr wrap="square" rtlCol="0">
            <a:spAutoFit/>
          </a:bodyPr>
          <a:lstStyle>
            <a:defPPr>
              <a:defRPr kern="1200"/>
            </a:defPPr>
          </a:lstStyle>
          <a:p>
            <a:r>
              <a:rPr lang="en-US" sz="2000" b="1"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Figure 2: </a:t>
            </a:r>
            <a:r>
              <a:rPr lang="en-US" sz="2000" dirty="0">
                <a:solidFill>
                  <a:schemeClr val="bg2">
                    <a:lumMod val="25000"/>
                  </a:schemeClr>
                </a:solidFill>
                <a:latin typeface="Libre Baskerville" panose="02000000000000000000" pitchFamily="2" charset="0"/>
                <a:ea typeface="Open Sans" panose="020B0606030504020204" pitchFamily="34" charset="0"/>
                <a:cs typeface="Open Sans" panose="020B0606030504020204" pitchFamily="34" charset="0"/>
              </a:rPr>
              <a:t>Visual representation of a PMA</a:t>
            </a:r>
          </a:p>
        </p:txBody>
      </p:sp>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persuadingsapphire|08-2022"/>
</p:tagLst>
</file>

<file path=ppt/theme/theme1.xml><?xml version="1.0" encoding="utf-8"?>
<a:theme xmlns:a="http://schemas.openxmlformats.org/drawingml/2006/main" name="Blank Presentation">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Blank Presentation">
      <a:majorFont>
        <a:latin typeface="Times New Roman"/>
        <a:ea typeface="Arial"/>
        <a:cs typeface="Arial"/>
      </a:majorFont>
      <a:minorFont>
        <a:latin typeface="Times New Roman"/>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C:\Program Files\Microsoft Office\Templates\Blank Presentation.pot</Template>
  <TotalTime>3795</TotalTime>
  <Words>605</Words>
  <Application>Microsoft Office PowerPoint</Application>
  <PresentationFormat>Custom</PresentationFormat>
  <Paragraphs>58</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Times New Roman</vt:lpstr>
      <vt:lpstr>Libre Baskerville</vt:lpstr>
      <vt:lpstr>Montserrat Light</vt:lpstr>
      <vt:lpstr>Blank Presentation</vt:lpstr>
      <vt:lpstr>PowerPoint Presentation</vt:lpstr>
    </vt:vector>
  </TitlesOfParts>
  <Company>Graphicsland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Example to make a scientific poster</dc:title>
  <dc:subject>Free Poster Presentation Example</dc:subject>
  <dc:creator>Graphicsland/MakeSigns.com</dc:creator>
  <cp:keywords>scientific, research, template, custom, poster, presentation, symposium, printing, PowerPoint, create, design, example, sample, download</cp:keywords>
  <dc:description>This is a free template from MakeSigns.com to help you create the perfect scientific poster.</dc:description>
  <cp:lastModifiedBy>Layton, Tyler John</cp:lastModifiedBy>
  <cp:revision>305</cp:revision>
  <cp:lastPrinted>2006-11-15T16:04:57Z</cp:lastPrinted>
  <dcterms:modified xsi:type="dcterms:W3CDTF">2026-04-18T21:31:15Z</dcterms:modified>
  <cp:category>templates for scientific poster</cp:category>
</cp:coreProperties>
</file>